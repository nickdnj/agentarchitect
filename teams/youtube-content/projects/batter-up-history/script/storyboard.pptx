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Batter Up: The Last Piece of Jolly Roger's</a:t>
            </a:r>
          </a:p>
        </p:txBody>
      </p:sp>
      <p:sp>
        <p:nvSpPr>
          <p:cNvPr id="3" name="Subtitle 2"/>
          <p:cNvSpPr>
            <a:spLocks noGrp="1"/>
          </p:cNvSpPr>
          <p:nvPr>
            <p:ph type="subTitle" idx="1"/>
          </p:nvPr>
        </p:nvSpPr>
        <p:spPr/>
        <p:txBody>
          <a:bodyPr/>
          <a:lstStyle/>
          <a:p>
            <a:r>
              <a:t>YouTube Documentary Storyboard</a:t>
            </a:r>
          </a:p>
          <a:p>
            <a:r>
              <a:t>Target: 6-7 minutes | Documentary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Overview</a:t>
            </a:r>
          </a:p>
        </p:txBody>
      </p:sp>
      <p:sp>
        <p:nvSpPr>
          <p:cNvPr id="3" name="Content Placeholder 2"/>
          <p:cNvSpPr>
            <a:spLocks noGrp="1"/>
          </p:cNvSpPr>
          <p:nvPr>
            <p:ph idx="1"/>
          </p:nvPr>
        </p:nvSpPr>
        <p:spPr/>
        <p:txBody>
          <a:bodyPr/>
          <a:lstStyle/>
          <a:p>
            <a:pPr>
              <a:defRPr sz="1400"/>
            </a:pPr>
            <a:r>
              <a:t>Chapter 1: The Hook (0:00 - 0:45) -- 3 scenes</a:t>
            </a:r>
          </a:p>
          <a:p>
            <a:pPr>
              <a:defRPr sz="1400"/>
            </a:pPr>
            <a:r>
              <a:t>    Modern Batter Up experience, then reveal the hidden history</a:t>
            </a:r>
          </a:p>
          <a:p>
            <a:pPr>
              <a:defRPr sz="1400"/>
            </a:pPr>
            <a:r>
              <a:t>Chapter 2: Happyland (0:45 - 2:15) -- 4 scenes</a:t>
            </a:r>
          </a:p>
          <a:p>
            <a:pPr>
              <a:defRPr sz="1400"/>
            </a:pPr>
            <a:r>
              <a:t>    1951: Nunley's Happyland opens -- rides, carousel, German organ</a:t>
            </a:r>
          </a:p>
          <a:p>
            <a:pPr>
              <a:defRPr sz="1400"/>
            </a:pPr>
            <a:r>
              <a:t>Chapter 3: Jolly Roger's (2:15 - 3:15) -- 3 scenes</a:t>
            </a:r>
          </a:p>
          <a:p>
            <a:pPr>
              <a:defRPr sz="1400"/>
            </a:pPr>
            <a:r>
              <a:t>    The restaurant that gave the park its famous name; expansion across Hicksville Road</a:t>
            </a:r>
          </a:p>
          <a:p>
            <a:pPr>
              <a:defRPr sz="1400"/>
            </a:pPr>
            <a:r>
              <a:t>Chapter 4: The End of an Era (3:15 - 4:15) -- 4 scenes</a:t>
            </a:r>
          </a:p>
          <a:p>
            <a:pPr>
              <a:defRPr sz="1400"/>
            </a:pPr>
            <a:r>
              <a:t>    Decline, closure, demolition -- and the one thing that survived</a:t>
            </a:r>
          </a:p>
          <a:p>
            <a:pPr>
              <a:defRPr sz="1400"/>
            </a:pPr>
            <a:r>
              <a:t>Chapter 5: Batter Up (4:15 - 5:30) -- 3 scenes</a:t>
            </a:r>
          </a:p>
          <a:p>
            <a:pPr>
              <a:defRPr sz="1400"/>
            </a:pPr>
            <a:r>
              <a:t>    1979 rebuild, De Marco family takes over 1984, 40+ years strong</a:t>
            </a:r>
          </a:p>
          <a:p>
            <a:pPr>
              <a:defRPr sz="1400"/>
            </a:pPr>
            <a:r>
              <a:t>Chapter 6: The Legacy Lives On (5:30 - 6:30) -- 3 scenes</a:t>
            </a:r>
          </a:p>
          <a:p>
            <a:pPr>
              <a:defRPr sz="1400"/>
            </a:pPr>
            <a:r>
              <a:t>    Intergenerational legacy, community memory, call to action</a:t>
            </a:r>
          </a:p>
          <a:p>
            <a:pPr>
              <a:defRPr sz="1400"/>
            </a:pPr>
          </a:p>
          <a:p>
            <a:pPr>
              <a:defRPr sz="1400"/>
            </a:pPr>
            <a:r>
              <a:t>Total: 6 chapters, 20 scenes, ~980 words, ~6:30 runtime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 The Hook</a:t>
            </a:r>
          </a:p>
        </p:txBody>
      </p:sp>
      <p:sp>
        <p:nvSpPr>
          <p:cNvPr id="3" name="Text Placeholder 2"/>
          <p:cNvSpPr>
            <a:spLocks noGrp="1"/>
          </p:cNvSpPr>
          <p:nvPr>
            <p:ph type="body" idx="1"/>
          </p:nvPr>
        </p:nvSpPr>
        <p:spPr/>
        <p:txBody>
          <a:bodyPr/>
          <a:lstStyle/>
          <a:p>
            <a:r>
              <a:t>Open with the sensory experience of Batter Up today, then reveal</a:t>
            </a:r>
          </a:p>
          <a:p>
            <a:r>
              <a:t>this modest batting cage is the last surviving piece of Jolly Roger's.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 Title Card (0:00 - 0:06)</a:t>
            </a:r>
          </a:p>
        </p:txBody>
      </p:sp>
      <p:sp>
        <p:nvSpPr>
          <p:cNvPr id="3" name="Content Placeholder 2"/>
          <p:cNvSpPr>
            <a:spLocks noGrp="1"/>
          </p:cNvSpPr>
          <p:nvPr>
            <p:ph idx="1"/>
          </p:nvPr>
        </p:nvSpPr>
        <p:spPr/>
        <p:txBody>
          <a:bodyPr/>
          <a:lstStyle/>
          <a:p>
            <a:pPr>
              <a:defRPr sz="1400"/>
            </a:pPr>
            <a:r>
              <a:t>NARRATION: [None -- music only]</a:t>
            </a:r>
          </a:p>
          <a:p>
            <a:pPr>
              <a:defRPr sz="1400"/>
            </a:pPr>
          </a:p>
          <a:p>
            <a:pPr>
              <a:defRPr sz="1400"/>
            </a:pPr>
            <a:r>
              <a:t>VISUAL: Cinematic title card with dark textured background, warm amber spotlight, faint vintage Long Island map visible beneath</a:t>
            </a:r>
          </a:p>
          <a:p>
            <a:pPr>
              <a:defRPr sz="1400"/>
            </a:pPr>
          </a:p>
          <a:p>
            <a:pPr>
              <a:defRPr sz="1400"/>
            </a:pPr>
            <a:r>
              <a:t>IMAGE: AI-generated</a:t>
            </a:r>
          </a:p>
          <a:p>
            <a:pPr>
              <a:defRPr sz="1400"/>
            </a:pPr>
            <a:r>
              <a:t>MOTION: static</a:t>
            </a:r>
          </a:p>
          <a:p>
            <a:pPr>
              <a:defRPr sz="1400"/>
            </a:pPr>
            <a:r>
              <a:t>TRANSITION: Crossfade 1s</a:t>
            </a:r>
          </a:p>
          <a:p>
            <a:pPr>
              <a:defRPr sz="1400"/>
            </a:pPr>
          </a:p>
          <a:p>
            <a:pPr>
              <a:defRPr sz="1400"/>
            </a:pPr>
            <a:r>
              <a:t>TEXT OVERLAY: "Batter Up: The Last Piece of Jolly Roger's"</a:t>
            </a:r>
          </a:p>
          <a:p>
            <a:pPr>
              <a:defRPr sz="1400"/>
            </a:pPr>
            <a:r>
              <a:t>AUDIO: Background music fade in -- upbeat nostalgic Americana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 Modern Batter Up (0:06 - 0:22)</a:t>
            </a:r>
          </a:p>
        </p:txBody>
      </p:sp>
      <p:sp>
        <p:nvSpPr>
          <p:cNvPr id="3" name="Content Placeholder 2"/>
          <p:cNvSpPr>
            <a:spLocks noGrp="1"/>
          </p:cNvSpPr>
          <p:nvPr>
            <p:ph idx="1"/>
          </p:nvPr>
        </p:nvSpPr>
        <p:spPr/>
        <p:txBody>
          <a:bodyPr/>
          <a:lstStyle/>
          <a:p>
            <a:pPr>
              <a:defRPr sz="1400"/>
            </a:pPr>
            <a:r>
              <a:t>NARRATION: "Listen. You can hear it from the parking lot. The whir of a pitching machine winding up. The crack of an aluminum bat. Kids laughing, parents coaching from behind the fence..."</a:t>
            </a:r>
          </a:p>
          <a:p>
            <a:pPr>
              <a:defRPr sz="1400"/>
            </a:pPr>
          </a:p>
          <a:p>
            <a:pPr>
              <a:defRPr sz="1400"/>
            </a:pPr>
            <a:r>
              <a:t>VISUAL: Wide establishing shot of batting cages on a summer evening, golden hour light, chain-link fences, families, teenager mid-swing</a:t>
            </a:r>
          </a:p>
          <a:p>
            <a:pPr>
              <a:defRPr sz="1400"/>
            </a:pPr>
          </a:p>
          <a:p>
            <a:pPr>
              <a:defRPr sz="1400"/>
            </a:pPr>
            <a:r>
              <a:t>IMAGE: AI-generated</a:t>
            </a:r>
          </a:p>
          <a:p>
            <a:pPr>
              <a:defRPr sz="1400"/>
            </a:pPr>
            <a:r>
              <a:t>MOTION: ken-burns-pan</a:t>
            </a:r>
          </a:p>
          <a:p>
            <a:pPr>
              <a:defRPr sz="1400"/>
            </a:pPr>
            <a:r>
              <a:t>TRANSITION: Crossfade 1s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3: The Reveal (0:22 - 0:45)</a:t>
            </a:r>
          </a:p>
        </p:txBody>
      </p:sp>
      <p:sp>
        <p:nvSpPr>
          <p:cNvPr id="3" name="Content Placeholder 2"/>
          <p:cNvSpPr>
            <a:spLocks noGrp="1"/>
          </p:cNvSpPr>
          <p:nvPr>
            <p:ph idx="1"/>
          </p:nvPr>
        </p:nvSpPr>
        <p:spPr/>
        <p:txBody>
          <a:bodyPr/>
          <a:lstStyle/>
          <a:p>
            <a:pPr>
              <a:defRPr sz="1400"/>
            </a:pPr>
            <a:r>
              <a:t>NARRATION: "But here's the thing most people don't know. This little batting cage -- right here at 130 Hicksville Road -- is the last surviving piece of one of the most legendary amusement parks Long Island has ever seen..."</a:t>
            </a:r>
          </a:p>
          <a:p>
            <a:pPr>
              <a:defRPr sz="1400"/>
            </a:pPr>
          </a:p>
          <a:p>
            <a:pPr>
              <a:defRPr sz="1400"/>
            </a:pPr>
            <a:r>
              <a:t>VISUAL: Aerial view of Hempstead Turnpike / Hicksville Road intersection, batting cages vs. strip mall contrast</a:t>
            </a:r>
          </a:p>
          <a:p>
            <a:pPr>
              <a:defRPr sz="1400"/>
            </a:pPr>
          </a:p>
          <a:p>
            <a:pPr>
              <a:defRPr sz="1400"/>
            </a:pPr>
            <a:r>
              <a:t>IMAGE: AI-generated</a:t>
            </a:r>
          </a:p>
          <a:p>
            <a:pPr>
              <a:defRPr sz="1400"/>
            </a:pPr>
            <a:r>
              <a:t>MOTION: ken-burns-zoom</a:t>
            </a:r>
          </a:p>
          <a:p>
            <a:pPr>
              <a:defRPr sz="1400"/>
            </a:pPr>
            <a:r>
              <a:t>TEXT OVERLAY: "130 Hicksville Road, Bethpage, NY"</a:t>
            </a:r>
          </a:p>
          <a:p>
            <a:pPr>
              <a:defRPr sz="1400"/>
            </a:pPr>
            <a:r>
              <a:t>TRANSITION: Crossfade 1.5s to vintage style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2: Happyland</a:t>
            </a:r>
          </a:p>
        </p:txBody>
      </p:sp>
      <p:sp>
        <p:nvSpPr>
          <p:cNvPr id="3" name="Text Placeholder 2"/>
          <p:cNvSpPr>
            <a:spLocks noGrp="1"/>
          </p:cNvSpPr>
          <p:nvPr>
            <p:ph type="body" idx="1"/>
          </p:nvPr>
        </p:nvSpPr>
        <p:spPr/>
        <p:txBody>
          <a:bodyPr/>
          <a:lstStyle/>
          <a:p>
            <a:r>
              <a:t>Travel back to 1951. William Nunley's dream, Miriam's courage,</a:t>
            </a:r>
          </a:p>
          <a:p>
            <a:r>
              <a:t>and the park that drew 4,000 kids on a summer Saturday.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4: William Nunley's Vision (0:45 - 1:15)</a:t>
            </a:r>
          </a:p>
        </p:txBody>
      </p:sp>
      <p:sp>
        <p:nvSpPr>
          <p:cNvPr id="3" name="Content Placeholder 2"/>
          <p:cNvSpPr>
            <a:spLocks noGrp="1"/>
          </p:cNvSpPr>
          <p:nvPr>
            <p:ph idx="1"/>
          </p:nvPr>
        </p:nvSpPr>
        <p:spPr/>
        <p:txBody>
          <a:bodyPr/>
          <a:lstStyle/>
          <a:p>
            <a:pPr>
              <a:defRPr sz="1400"/>
            </a:pPr>
            <a:r>
              <a:t>NARRATION: "Our story starts in 1951, with a man named William Nunley. He was a third-generation amusement park entrepreneur... Critics called the location 'virtually deserted.' But Nunley saw what was coming..."</a:t>
            </a:r>
          </a:p>
          <a:p>
            <a:pPr>
              <a:defRPr sz="1400"/>
            </a:pPr>
          </a:p>
          <a:p>
            <a:pPr>
              <a:defRPr sz="1400"/>
            </a:pPr>
            <a:r>
              <a:t>VISUAL: 1950s Long Island suburban landscape, new housing developments, a businessman studying architectural plans at a barren crossroads</a:t>
            </a:r>
          </a:p>
          <a:p>
            <a:pPr>
              <a:defRPr sz="1400"/>
            </a:pPr>
          </a:p>
          <a:p>
            <a:pPr>
              <a:defRPr sz="1400"/>
            </a:pPr>
            <a:r>
              <a:t>IMAGE: AI-generated</a:t>
            </a:r>
          </a:p>
          <a:p>
            <a:pPr>
              <a:defRPr sz="1400"/>
            </a:pPr>
            <a:r>
              <a:t>MOTION: ken-burns-pan</a:t>
            </a:r>
          </a:p>
          <a:p>
            <a:pPr>
              <a:defRPr sz="1400"/>
            </a:pPr>
            <a:r>
              <a:t>TRANSITION: Crossfade 1s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5: Miriam Takes Over (1:15 - 1:35)</a:t>
            </a:r>
          </a:p>
        </p:txBody>
      </p:sp>
      <p:sp>
        <p:nvSpPr>
          <p:cNvPr id="3" name="Content Placeholder 2"/>
          <p:cNvSpPr>
            <a:spLocks noGrp="1"/>
          </p:cNvSpPr>
          <p:nvPr>
            <p:ph idx="1"/>
          </p:nvPr>
        </p:nvSpPr>
        <p:spPr/>
        <p:txBody>
          <a:bodyPr/>
          <a:lstStyle/>
          <a:p>
            <a:pPr>
              <a:defRPr sz="1400"/>
            </a:pPr>
            <a:r>
              <a:t>NARRATION: "Tragically, William Nunley died in April of 1951 -- six months before his dream was finished. His widow Miriam made a decision that would shape Long Island childhoods for a generation..."</a:t>
            </a:r>
          </a:p>
          <a:p>
            <a:pPr>
              <a:defRPr sz="1400"/>
            </a:pPr>
          </a:p>
          <a:p>
            <a:pPr>
              <a:defRPr sz="1400"/>
            </a:pPr>
            <a:r>
              <a:t>VISUAL: A determined woman in 1950s attire standing before the entrance of Happyland, the sign bright above the gate</a:t>
            </a:r>
          </a:p>
          <a:p>
            <a:pPr>
              <a:defRPr sz="1400"/>
            </a:pPr>
          </a:p>
          <a:p>
            <a:pPr>
              <a:defRPr sz="1400"/>
            </a:pPr>
            <a:r>
              <a:t>IMAGE: AI-generated</a:t>
            </a:r>
          </a:p>
          <a:p>
            <a:pPr>
              <a:defRPr sz="1400"/>
            </a:pPr>
            <a:r>
              <a:t>MOTION: ken-burns-zoom</a:t>
            </a:r>
          </a:p>
          <a:p>
            <a:pPr>
              <a:defRPr sz="1400"/>
            </a:pPr>
            <a:r>
              <a:t>TRANSITION: Crossfade 1s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6: The Park in Its Glory (1:35 - 2:00)</a:t>
            </a:r>
          </a:p>
        </p:txBody>
      </p:sp>
      <p:sp>
        <p:nvSpPr>
          <p:cNvPr id="3" name="Content Placeholder 2"/>
          <p:cNvSpPr>
            <a:spLocks noGrp="1"/>
          </p:cNvSpPr>
          <p:nvPr>
            <p:ph idx="1"/>
          </p:nvPr>
        </p:nvSpPr>
        <p:spPr/>
        <p:txBody>
          <a:bodyPr/>
          <a:lstStyle/>
          <a:p>
            <a:pPr>
              <a:defRPr sz="1400"/>
            </a:pPr>
            <a:r>
              <a:t>NARRATION: "And what a park it was. A Schiff Ferris wheel and roller coaster. A forty-eight-horse carousel. Bumper cars, hand cars, a miniature railway. Over a hundred arcade games..."</a:t>
            </a:r>
          </a:p>
          <a:p>
            <a:pPr>
              <a:defRPr sz="1400"/>
            </a:pPr>
          </a:p>
          <a:p>
            <a:pPr>
              <a:defRPr sz="1400"/>
            </a:pPr>
            <a:r>
              <a:t>VISUAL: Panoramic 1950s amusement park at peak summer -- Ferris wheel, carousel, hundreds of families, packed parking lot of 1950s cars</a:t>
            </a:r>
          </a:p>
          <a:p>
            <a:pPr>
              <a:defRPr sz="1400"/>
            </a:pPr>
          </a:p>
          <a:p>
            <a:pPr>
              <a:defRPr sz="1400"/>
            </a:pPr>
            <a:r>
              <a:t>IMAGE: AI-generated (HERO IMAGE -- highest priority)</a:t>
            </a:r>
          </a:p>
          <a:p>
            <a:pPr>
              <a:defRPr sz="1400"/>
            </a:pPr>
            <a:r>
              <a:t>MOTION: ken-burns-pan</a:t>
            </a:r>
          </a:p>
          <a:p>
            <a:pPr>
              <a:defRPr sz="1400"/>
            </a:pPr>
            <a:r>
              <a:t>TRANSITION: Crossfade 1s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7: The Mechanical Organ (2:00 - 2:15)</a:t>
            </a:r>
          </a:p>
        </p:txBody>
      </p:sp>
      <p:sp>
        <p:nvSpPr>
          <p:cNvPr id="3" name="Content Placeholder 2"/>
          <p:cNvSpPr>
            <a:spLocks noGrp="1"/>
          </p:cNvSpPr>
          <p:nvPr>
            <p:ph idx="1"/>
          </p:nvPr>
        </p:nvSpPr>
        <p:spPr/>
        <p:txBody>
          <a:bodyPr/>
          <a:lstStyle/>
          <a:p>
            <a:pPr>
              <a:defRPr sz="1400"/>
            </a:pPr>
            <a:r>
              <a:t>NARRATION: "And presiding over it all was a one-of-a-kind treasure: a nineteen-ten German mechanical organ, built by A. Ruth and Sohn of Waldkirch, with elaborately carved musicians that moved in time with the music..."</a:t>
            </a:r>
          </a:p>
          <a:p>
            <a:pPr>
              <a:defRPr sz="1400"/>
            </a:pPr>
          </a:p>
          <a:p>
            <a:pPr>
              <a:defRPr sz="1400"/>
            </a:pPr>
            <a:r>
              <a:t>VISUAL: Detailed close-up of ornate 1910 German mechanical organ with animated musician figures, children staring up in wonder</a:t>
            </a:r>
          </a:p>
          <a:p>
            <a:pPr>
              <a:defRPr sz="1400"/>
            </a:pPr>
          </a:p>
          <a:p>
            <a:pPr>
              <a:defRPr sz="1400"/>
            </a:pPr>
            <a:r>
              <a:t>IMAGE: AI-generated</a:t>
            </a:r>
          </a:p>
          <a:p>
            <a:pPr>
              <a:defRPr sz="1400"/>
            </a:pPr>
            <a:r>
              <a:t>MOTION: ken-burns-zoom</a:t>
            </a:r>
          </a:p>
          <a:p>
            <a:pPr>
              <a:defRPr sz="1400"/>
            </a:pPr>
            <a:r>
              <a:t>TRANSITION: Crossfade 1s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3: Jolly Roger's</a:t>
            </a:r>
          </a:p>
        </p:txBody>
      </p:sp>
      <p:sp>
        <p:nvSpPr>
          <p:cNvPr id="3" name="Text Placeholder 2"/>
          <p:cNvSpPr>
            <a:spLocks noGrp="1"/>
          </p:cNvSpPr>
          <p:nvPr>
            <p:ph type="body" idx="1"/>
          </p:nvPr>
        </p:nvSpPr>
        <p:spPr/>
        <p:txBody>
          <a:bodyPr/>
          <a:lstStyle/>
          <a:p>
            <a:r>
              <a:t>The restaurant that accidentally gave the whole complex its most famous name.</a:t>
            </a:r>
          </a:p>
          <a:p>
            <a:r>
              <a:t>Expansion in the 1960s brings batting cages across Hicksville Road.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8: The Restaurant Opens (2:15 - 2:35)</a:t>
            </a:r>
          </a:p>
        </p:txBody>
      </p:sp>
      <p:sp>
        <p:nvSpPr>
          <p:cNvPr id="3" name="Content Placeholder 2"/>
          <p:cNvSpPr>
            <a:spLocks noGrp="1"/>
          </p:cNvSpPr>
          <p:nvPr>
            <p:ph idx="1"/>
          </p:nvPr>
        </p:nvSpPr>
        <p:spPr/>
        <p:txBody>
          <a:bodyPr/>
          <a:lstStyle/>
          <a:p>
            <a:pPr>
              <a:defRPr sz="1400"/>
            </a:pPr>
            <a:r>
              <a:t>NARRATION: "In nineteen fifty-two, a fast-food restaurant called the Jolly Roger opened right next door, connected to the park by a glass-walled passageway. And here's the thing about names..."</a:t>
            </a:r>
          </a:p>
          <a:p>
            <a:pPr>
              <a:defRPr sz="1400"/>
            </a:pPr>
          </a:p>
          <a:p>
            <a:pPr>
              <a:defRPr sz="1400"/>
            </a:pPr>
            <a:r>
              <a:t>VISUAL: 1950s pirate-themed restaurant facade with glass-walled walkway to amusement park, families streaming between</a:t>
            </a:r>
          </a:p>
          <a:p>
            <a:pPr>
              <a:defRPr sz="1400"/>
            </a:pPr>
          </a:p>
          <a:p>
            <a:pPr>
              <a:defRPr sz="1400"/>
            </a:pPr>
            <a:r>
              <a:t>IMAGE: AI-generated</a:t>
            </a:r>
          </a:p>
          <a:p>
            <a:pPr>
              <a:defRPr sz="1400"/>
            </a:pPr>
            <a:r>
              <a:t>MOTION: ken-burns-pan</a:t>
            </a:r>
          </a:p>
          <a:p>
            <a:pPr>
              <a:defRPr sz="1400"/>
            </a:pPr>
            <a:r>
              <a:t>TRANSITION: Crossfade 1s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9: Expansion -- Aerial View (2:35 - 2:55)</a:t>
            </a:r>
          </a:p>
        </p:txBody>
      </p:sp>
      <p:sp>
        <p:nvSpPr>
          <p:cNvPr id="3" name="Content Placeholder 2"/>
          <p:cNvSpPr>
            <a:spLocks noGrp="1"/>
          </p:cNvSpPr>
          <p:nvPr>
            <p:ph idx="1"/>
          </p:nvPr>
        </p:nvSpPr>
        <p:spPr/>
        <p:txBody>
          <a:bodyPr/>
          <a:lstStyle/>
          <a:p>
            <a:pPr>
              <a:defRPr sz="1400"/>
            </a:pPr>
            <a:r>
              <a:t>NARRATION: "By the nineteen sixties, new owners expanded the whole complex. They added a Wild Mouse roller coaster... and right across Hicksville Road, they built batting cages and a miniature golf course..."</a:t>
            </a:r>
          </a:p>
          <a:p>
            <a:pPr>
              <a:defRPr sz="1400"/>
            </a:pPr>
          </a:p>
          <a:p>
            <a:pPr>
              <a:defRPr sz="1400"/>
            </a:pPr>
            <a:r>
              <a:t>VISUAL: Bird's eye aerial illustration -- park with Ferris wheel on one side of Hicksville Road, batting cages and mini golf on the other</a:t>
            </a:r>
          </a:p>
          <a:p>
            <a:pPr>
              <a:defRPr sz="1400"/>
            </a:pPr>
          </a:p>
          <a:p>
            <a:pPr>
              <a:defRPr sz="1400"/>
            </a:pPr>
            <a:r>
              <a:t>IMAGE: AI-generated (KEY STORYTELLING IMAGE)</a:t>
            </a:r>
          </a:p>
          <a:p>
            <a:pPr>
              <a:defRPr sz="1400"/>
            </a:pPr>
            <a:r>
              <a:t>MOTION: ken-burns-zoom</a:t>
            </a:r>
          </a:p>
          <a:p>
            <a:pPr>
              <a:defRPr sz="1400"/>
            </a:pPr>
            <a:r>
              <a:t>TEXT OVERLAY: "Batting cages &amp; mini golf -- est. 1960s"</a:t>
            </a:r>
          </a:p>
          <a:p>
            <a:pPr>
              <a:defRPr sz="1400"/>
            </a:pPr>
            <a:r>
              <a:t>TRANSITION: Crossfade 1s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10: Peak Jolly Roger's (2:55 - 3:15)</a:t>
            </a:r>
          </a:p>
        </p:txBody>
      </p:sp>
      <p:sp>
        <p:nvSpPr>
          <p:cNvPr id="3" name="Content Placeholder 2"/>
          <p:cNvSpPr>
            <a:spLocks noGrp="1"/>
          </p:cNvSpPr>
          <p:nvPr>
            <p:ph idx="1"/>
          </p:nvPr>
        </p:nvSpPr>
        <p:spPr/>
        <p:txBody>
          <a:bodyPr/>
          <a:lstStyle/>
          <a:p>
            <a:pPr>
              <a:defRPr sz="1400"/>
            </a:pPr>
            <a:r>
              <a:t>NARRATION: "For nearly three decades, Jolly Roger's was the place. Birthday parties, first dates, Little League celebrations. If you grew up on Long Island in the fifties, sixties, or seventies, you were there..."</a:t>
            </a:r>
          </a:p>
          <a:p>
            <a:pPr>
              <a:defRPr sz="1400"/>
            </a:pPr>
          </a:p>
          <a:p>
            <a:pPr>
              <a:defRPr sz="1400"/>
            </a:pPr>
            <a:r>
              <a:t>VISUAL: Summer evening at 1960s amusement park, Ferris wheel silhouetted against sunset, families everywhere, ride lights twinkling</a:t>
            </a:r>
          </a:p>
          <a:p>
            <a:pPr>
              <a:defRPr sz="1400"/>
            </a:pPr>
          </a:p>
          <a:p>
            <a:pPr>
              <a:defRPr sz="1400"/>
            </a:pPr>
            <a:r>
              <a:t>IMAGE: AI-generated</a:t>
            </a:r>
          </a:p>
          <a:p>
            <a:pPr>
              <a:defRPr sz="1400"/>
            </a:pPr>
            <a:r>
              <a:t>MOTION: ken-burns-pan</a:t>
            </a:r>
          </a:p>
          <a:p>
            <a:pPr>
              <a:defRPr sz="1400"/>
            </a:pPr>
            <a:r>
              <a:t>TRANSITION: Slow fade to desaturated palette, 1.5s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4: The End of an Era</a:t>
            </a:r>
          </a:p>
        </p:txBody>
      </p:sp>
      <p:sp>
        <p:nvSpPr>
          <p:cNvPr id="3" name="Text Placeholder 2"/>
          <p:cNvSpPr>
            <a:spLocks noGrp="1"/>
          </p:cNvSpPr>
          <p:nvPr>
            <p:ph type="body" idx="1"/>
          </p:nvPr>
        </p:nvSpPr>
        <p:spPr/>
        <p:txBody>
          <a:bodyPr/>
          <a:lstStyle/>
          <a:p>
            <a:r>
              <a:t>The 1970s bring decline and closure. Demolition erases everything.</a:t>
            </a:r>
          </a:p>
          <a:p>
            <a:r>
              <a:t>But across the street, the bats never stopped swinging.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11: Decline (3:15 - 3:35)</a:t>
            </a:r>
          </a:p>
        </p:txBody>
      </p:sp>
      <p:sp>
        <p:nvSpPr>
          <p:cNvPr id="3" name="Content Placeholder 2"/>
          <p:cNvSpPr>
            <a:spLocks noGrp="1"/>
          </p:cNvSpPr>
          <p:nvPr>
            <p:ph idx="1"/>
          </p:nvPr>
        </p:nvSpPr>
        <p:spPr/>
        <p:txBody>
          <a:bodyPr/>
          <a:lstStyle/>
          <a:p>
            <a:pPr>
              <a:defRPr sz="1400"/>
            </a:pPr>
            <a:r>
              <a:t>NARRATION: "But nothing lasts forever. In nineteen seventy-four, the Jolly Roger restaurant changed its name to Robin Hood. By nineteen seventy-six, the restaurant had closed..."</a:t>
            </a:r>
          </a:p>
          <a:p>
            <a:pPr>
              <a:defRPr sz="1400"/>
            </a:pPr>
          </a:p>
          <a:p>
            <a:pPr>
              <a:defRPr sz="1400"/>
            </a:pPr>
            <a:r>
              <a:t>VISUAL: 1970s restaurant building with faded "Robin Hood" sign painted over pirate theme, fewer cars, autumn leaves, muted colors</a:t>
            </a:r>
          </a:p>
          <a:p>
            <a:pPr>
              <a:defRPr sz="1400"/>
            </a:pPr>
          </a:p>
          <a:p>
            <a:pPr>
              <a:defRPr sz="1400"/>
            </a:pPr>
            <a:r>
              <a:t>IMAGE: AI-generated</a:t>
            </a:r>
          </a:p>
          <a:p>
            <a:pPr>
              <a:defRPr sz="1400"/>
            </a:pPr>
            <a:r>
              <a:t>MOTION: ken-burns-zoom</a:t>
            </a:r>
          </a:p>
          <a:p>
            <a:pPr>
              <a:defRPr sz="1400"/>
            </a:pPr>
            <a:r>
              <a:t>AUDIO: Music shifts slightly more somber</a:t>
            </a:r>
          </a:p>
          <a:p>
            <a:pPr>
              <a:defRPr sz="1400"/>
            </a:pPr>
            <a:r>
              <a:t>TRANSITION: Crossfade 1s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12: Demolition Photos (3:35 - 3:55)</a:t>
            </a:r>
          </a:p>
        </p:txBody>
      </p:sp>
      <p:sp>
        <p:nvSpPr>
          <p:cNvPr id="3" name="Content Placeholder 2"/>
          <p:cNvSpPr>
            <a:spLocks noGrp="1"/>
          </p:cNvSpPr>
          <p:nvPr>
            <p:ph idx="1"/>
          </p:nvPr>
        </p:nvSpPr>
        <p:spPr/>
        <p:txBody>
          <a:bodyPr/>
          <a:lstStyle/>
          <a:p>
            <a:pPr>
              <a:defRPr sz="1400"/>
            </a:pPr>
            <a:r>
              <a:t>NARRATION: "In March of nineteen seventy-nine, a photographer named Robert Berkowitz walked through the empty park one last time, capturing haunting images of the rides sitting silent..."</a:t>
            </a:r>
          </a:p>
          <a:p>
            <a:pPr>
              <a:defRPr sz="1400"/>
            </a:pPr>
          </a:p>
          <a:p>
            <a:pPr>
              <a:defRPr sz="1400"/>
            </a:pPr>
            <a:r>
              <a:t>VISUAL: Abandoned amusement park awaiting demolition -- empty rides, motionless Ferris wheel, grey winter sky, documentary B&amp;W style</a:t>
            </a:r>
          </a:p>
          <a:p>
            <a:pPr>
              <a:defRPr sz="1400"/>
            </a:pPr>
          </a:p>
          <a:p>
            <a:pPr>
              <a:defRPr sz="1400"/>
            </a:pPr>
            <a:r>
              <a:t>IMAGE: AI-generated</a:t>
            </a:r>
          </a:p>
          <a:p>
            <a:pPr>
              <a:defRPr sz="1400"/>
            </a:pPr>
            <a:r>
              <a:t>MOTION: ken-burns-pan</a:t>
            </a:r>
          </a:p>
          <a:p>
            <a:pPr>
              <a:defRPr sz="1400"/>
            </a:pPr>
            <a:r>
              <a:t>TEXT OVERLAY: "Pre-demolition, March 1979"</a:t>
            </a:r>
          </a:p>
          <a:p>
            <a:pPr>
              <a:defRPr sz="1400"/>
            </a:pPr>
            <a:r>
              <a:t>TRANSITION: Crossfade 1s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13: The Strip Mall (3:55 - 4:05)</a:t>
            </a:r>
          </a:p>
        </p:txBody>
      </p:sp>
      <p:sp>
        <p:nvSpPr>
          <p:cNvPr id="3" name="Content Placeholder 2"/>
          <p:cNvSpPr>
            <a:spLocks noGrp="1"/>
          </p:cNvSpPr>
          <p:nvPr>
            <p:ph idx="1"/>
          </p:nvPr>
        </p:nvSpPr>
        <p:spPr/>
        <p:txBody>
          <a:bodyPr/>
          <a:lstStyle/>
          <a:p>
            <a:pPr>
              <a:defRPr sz="1400"/>
            </a:pPr>
            <a:r>
              <a:t>NARRATION: "Today, a strip mall stands where Happyland used to be. Not a plaque, not a marker, not a trace. It's gone."</a:t>
            </a:r>
          </a:p>
          <a:p>
            <a:pPr>
              <a:defRPr sz="1400"/>
            </a:pPr>
          </a:p>
          <a:p>
            <a:pPr>
              <a:defRPr sz="1400"/>
            </a:pPr>
            <a:r>
              <a:t>VISUAL: Modern unremarkable suburban strip mall at the intersection, completely ordinary, no trace of what was once there</a:t>
            </a:r>
          </a:p>
          <a:p>
            <a:pPr>
              <a:defRPr sz="1400"/>
            </a:pPr>
          </a:p>
          <a:p>
            <a:pPr>
              <a:defRPr sz="1400"/>
            </a:pPr>
            <a:r>
              <a:t>IMAGE: AI-generated</a:t>
            </a:r>
          </a:p>
          <a:p>
            <a:pPr>
              <a:defRPr sz="1400"/>
            </a:pPr>
            <a:r>
              <a:t>MOTION: static</a:t>
            </a:r>
          </a:p>
          <a:p>
            <a:pPr>
              <a:defRPr sz="1400"/>
            </a:pPr>
            <a:r>
              <a:t>TRANSITION: Hard cut to black, 0.5s silence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14: The Survivor (4:05 - 4:15)</a:t>
            </a:r>
          </a:p>
        </p:txBody>
      </p:sp>
      <p:sp>
        <p:nvSpPr>
          <p:cNvPr id="3" name="Content Placeholder 2"/>
          <p:cNvSpPr>
            <a:spLocks noGrp="1"/>
          </p:cNvSpPr>
          <p:nvPr>
            <p:ph idx="1"/>
          </p:nvPr>
        </p:nvSpPr>
        <p:spPr/>
        <p:txBody>
          <a:bodyPr/>
          <a:lstStyle/>
          <a:p>
            <a:pPr>
              <a:defRPr sz="1400"/>
            </a:pPr>
            <a:r>
              <a:t>NARRATION: "But across the street? Across the street, the bats never stopped swinging."</a:t>
            </a:r>
          </a:p>
          <a:p>
            <a:pPr>
              <a:defRPr sz="1400"/>
            </a:pPr>
          </a:p>
          <a:p>
            <a:pPr>
              <a:defRPr sz="1400"/>
            </a:pPr>
            <a:r>
              <a:t>VISUAL: Aerial view revealing vibrant batting cages across the road from the generic strip mall, warm light, alive with activity</a:t>
            </a:r>
          </a:p>
          <a:p>
            <a:pPr>
              <a:defRPr sz="1400"/>
            </a:pPr>
          </a:p>
          <a:p>
            <a:pPr>
              <a:defRPr sz="1400"/>
            </a:pPr>
            <a:r>
              <a:t>IMAGE: AI-generated (DRAMATIC REVEAL MOMENT)</a:t>
            </a:r>
          </a:p>
          <a:p>
            <a:pPr>
              <a:defRPr sz="1400"/>
            </a:pPr>
            <a:r>
              <a:t>MOTION: ken-burns-zoom</a:t>
            </a:r>
          </a:p>
          <a:p>
            <a:pPr>
              <a:defRPr sz="1400"/>
            </a:pPr>
            <a:r>
              <a:t>AUDIO: Beat drops -- energy lifts, tempo picks up</a:t>
            </a:r>
          </a:p>
          <a:p>
            <a:pPr>
              <a:defRPr sz="1400"/>
            </a:pPr>
            <a:r>
              <a:t>TRANSITION: Crossfade 1s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5: Batter Up</a:t>
            </a:r>
          </a:p>
        </p:txBody>
      </p:sp>
      <p:sp>
        <p:nvSpPr>
          <p:cNvPr id="3" name="Text Placeholder 2"/>
          <p:cNvSpPr>
            <a:spLocks noGrp="1"/>
          </p:cNvSpPr>
          <p:nvPr>
            <p:ph type="body" idx="1"/>
          </p:nvPr>
        </p:nvSpPr>
        <p:spPr/>
        <p:txBody>
          <a:bodyPr/>
          <a:lstStyle/>
          <a:p>
            <a:r>
              <a:t>1979: the batting cages are rebuilt. 1984: the De Marco family takes over.</a:t>
            </a:r>
          </a:p>
          <a:p>
            <a:r>
              <a:t>40+ years of family ownership on the last piece of the Jolly Roger's legacy.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15: The Rebuild (4:15 - 4:35)</a:t>
            </a:r>
          </a:p>
        </p:txBody>
      </p:sp>
      <p:sp>
        <p:nvSpPr>
          <p:cNvPr id="3" name="Content Placeholder 2"/>
          <p:cNvSpPr>
            <a:spLocks noGrp="1"/>
          </p:cNvSpPr>
          <p:nvPr>
            <p:ph idx="1"/>
          </p:nvPr>
        </p:nvSpPr>
        <p:spPr/>
        <p:txBody>
          <a:bodyPr/>
          <a:lstStyle/>
          <a:p>
            <a:pPr>
              <a:defRPr sz="1400"/>
            </a:pPr>
            <a:r>
              <a:t>NARRATION: "In nineteen seventy-nine, just one year after the park closed, the batting cage facility at 130 Hicksville Road was rebuilt and expanded. It was like the place refused to die..."</a:t>
            </a:r>
          </a:p>
          <a:p>
            <a:pPr>
              <a:defRPr sz="1400"/>
            </a:pPr>
          </a:p>
          <a:p>
            <a:pPr>
              <a:defRPr sz="1400"/>
            </a:pPr>
            <a:r>
              <a:t>VISUAL: Late 1970s construction -- batting cages being rebuilt, across the road the old park site is being demolished, renewal meets loss</a:t>
            </a:r>
          </a:p>
          <a:p>
            <a:pPr>
              <a:defRPr sz="1400"/>
            </a:pPr>
          </a:p>
          <a:p>
            <a:pPr>
              <a:defRPr sz="1400"/>
            </a:pPr>
            <a:r>
              <a:t>IMAGE: AI-generated</a:t>
            </a:r>
          </a:p>
          <a:p>
            <a:pPr>
              <a:defRPr sz="1400"/>
            </a:pPr>
            <a:r>
              <a:t>MOTION: ken-burns-pan</a:t>
            </a:r>
          </a:p>
          <a:p>
            <a:pPr>
              <a:defRPr sz="1400"/>
            </a:pPr>
            <a:r>
              <a:t>TEXT OVERLAY: "Batter Up -- De Marco family, 1984-present"</a:t>
            </a:r>
          </a:p>
          <a:p>
            <a:pPr>
              <a:defRPr sz="1400"/>
            </a:pPr>
            <a:r>
              <a:t>TRANSITION: Crossfade 1s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16: Batter Up Today (4:35 - 5:05)</a:t>
            </a:r>
          </a:p>
        </p:txBody>
      </p:sp>
      <p:sp>
        <p:nvSpPr>
          <p:cNvPr id="3" name="Content Placeholder 2"/>
          <p:cNvSpPr>
            <a:spLocks noGrp="1"/>
          </p:cNvSpPr>
          <p:nvPr>
            <p:ph idx="1"/>
          </p:nvPr>
        </p:nvSpPr>
        <p:spPr/>
        <p:txBody>
          <a:bodyPr/>
          <a:lstStyle/>
          <a:p>
            <a:pPr>
              <a:defRPr sz="1400"/>
            </a:pPr>
            <a:r>
              <a:t>NARRATION: "Today, Batter Up has eleven fully automatic batting cages throwing baseball and softball at speeds from thirty-five to eighty miles per hour. There's an eighteen-hole mini golf course..."</a:t>
            </a:r>
          </a:p>
          <a:p>
            <a:pPr>
              <a:defRPr sz="1400"/>
            </a:pPr>
          </a:p>
          <a:p>
            <a:pPr>
              <a:defRPr sz="1400"/>
            </a:pPr>
            <a:r>
              <a:t>VISUAL: Modern vibrant batting cage facility -- 11 cages in a row, pitching machines, families of all ages, colorful signage, mini golf alongside</a:t>
            </a:r>
          </a:p>
          <a:p>
            <a:pPr>
              <a:defRPr sz="1400"/>
            </a:pPr>
          </a:p>
          <a:p>
            <a:pPr>
              <a:defRPr sz="1400"/>
            </a:pPr>
            <a:r>
              <a:t>IMAGE: AI-generated</a:t>
            </a:r>
          </a:p>
          <a:p>
            <a:pPr>
              <a:defRPr sz="1400"/>
            </a:pPr>
            <a:r>
              <a:t>MOTION: ken-burns-pan</a:t>
            </a:r>
          </a:p>
          <a:p>
            <a:pPr>
              <a:defRPr sz="1400"/>
            </a:pPr>
            <a:r>
              <a:t>TRANSITION: Crossfade 1s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17: The Family Legacy (5:05 - 5:30)</a:t>
            </a:r>
          </a:p>
        </p:txBody>
      </p:sp>
      <p:sp>
        <p:nvSpPr>
          <p:cNvPr id="3" name="Content Placeholder 2"/>
          <p:cNvSpPr>
            <a:spLocks noGrp="1"/>
          </p:cNvSpPr>
          <p:nvPr>
            <p:ph idx="1"/>
          </p:nvPr>
        </p:nvSpPr>
        <p:spPr/>
        <p:txBody>
          <a:bodyPr/>
          <a:lstStyle/>
          <a:p>
            <a:pPr>
              <a:defRPr sz="1400"/>
            </a:pPr>
            <a:r>
              <a:t>NARRATION: "Think about that for a second. Three generations of Long Islanders have stepped up to those cages. Grandparents who rode the Ferris wheel at Jolly Roger's bring their grandkids here to hit..."</a:t>
            </a:r>
          </a:p>
          <a:p>
            <a:pPr>
              <a:defRPr sz="1400"/>
            </a:pPr>
          </a:p>
          <a:p>
            <a:pPr>
              <a:defRPr sz="1400"/>
            </a:pPr>
            <a:r>
              <a:t>VISUAL: Multi-generational family scene -- grandfather watching grandson swing, grandmother pointing across street telling stories, golden light</a:t>
            </a:r>
          </a:p>
          <a:p>
            <a:pPr>
              <a:defRPr sz="1400"/>
            </a:pPr>
          </a:p>
          <a:p>
            <a:pPr>
              <a:defRPr sz="1400"/>
            </a:pPr>
            <a:r>
              <a:t>IMAGE: AI-generated (EMOTIONAL CENTERPIECE)</a:t>
            </a:r>
          </a:p>
          <a:p>
            <a:pPr>
              <a:defRPr sz="1400"/>
            </a:pPr>
            <a:r>
              <a:t>MOTION: ken-burns-zoom</a:t>
            </a:r>
          </a:p>
          <a:p>
            <a:pPr>
              <a:defRPr sz="1400"/>
            </a:pPr>
            <a:r>
              <a:t>TRANSITION: Crossfade 1s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6: The Legacy Lives On</a:t>
            </a:r>
          </a:p>
        </p:txBody>
      </p:sp>
      <p:sp>
        <p:nvSpPr>
          <p:cNvPr id="3" name="Text Placeholder 2"/>
          <p:cNvSpPr>
            <a:spLocks noGrp="1"/>
          </p:cNvSpPr>
          <p:nvPr>
            <p:ph type="body" idx="1"/>
          </p:nvPr>
        </p:nvSpPr>
        <p:spPr/>
        <p:txBody>
          <a:bodyPr/>
          <a:lstStyle/>
          <a:p>
            <a:r>
              <a:t>The carousel survived by moving. Batter Up survived by staying.</a:t>
            </a:r>
          </a:p>
          <a:p>
            <a:r>
              <a:t>Community memory, a call to action, and an invitation to take a swing.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18: The Carousel Connection (5:30 - 5:50)</a:t>
            </a:r>
          </a:p>
        </p:txBody>
      </p:sp>
      <p:sp>
        <p:nvSpPr>
          <p:cNvPr id="3" name="Content Placeholder 2"/>
          <p:cNvSpPr>
            <a:spLocks noGrp="1"/>
          </p:cNvSpPr>
          <p:nvPr>
            <p:ph idx="1"/>
          </p:nvPr>
        </p:nvSpPr>
        <p:spPr/>
        <p:txBody>
          <a:bodyPr/>
          <a:lstStyle/>
          <a:p>
            <a:pPr>
              <a:defRPr sz="1400"/>
            </a:pPr>
            <a:r>
              <a:t>NARRATION: "There is one other piece of the Nunley's story that survived. The family's famous carousel was rescued and restored... But that carousel was moved. Batter Up? Batter Up never left."</a:t>
            </a:r>
          </a:p>
          <a:p>
            <a:pPr>
              <a:defRPr sz="1400"/>
            </a:pPr>
          </a:p>
          <a:p>
            <a:pPr>
              <a:defRPr sz="1400"/>
            </a:pPr>
            <a:r>
              <a:t>VISUAL: Split composition -- vintage carousel illustration (left) vs. restored carousel at LI Children's Museum (right)</a:t>
            </a:r>
          </a:p>
          <a:p>
            <a:pPr>
              <a:defRPr sz="1400"/>
            </a:pPr>
          </a:p>
          <a:p>
            <a:pPr>
              <a:defRPr sz="1400"/>
            </a:pPr>
            <a:r>
              <a:t>IMAGE: AI-generated</a:t>
            </a:r>
          </a:p>
          <a:p>
            <a:pPr>
              <a:defRPr sz="1400"/>
            </a:pPr>
            <a:r>
              <a:t>MOTION: ken-burns-pan</a:t>
            </a:r>
          </a:p>
          <a:p>
            <a:pPr>
              <a:defRPr sz="1400"/>
            </a:pPr>
            <a:r>
              <a:t>TEXT OVERLAY: "Nunley's Carousel -- LI Children's Museum, Garden City"</a:t>
            </a:r>
          </a:p>
          <a:p>
            <a:pPr>
              <a:defRPr sz="1400"/>
            </a:pPr>
            <a:r>
              <a:t>TRANSITION: Crossfade 1s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19: Community Memory (5:50 - 6:10)</a:t>
            </a:r>
          </a:p>
        </p:txBody>
      </p:sp>
      <p:sp>
        <p:nvSpPr>
          <p:cNvPr id="3" name="Content Placeholder 2"/>
          <p:cNvSpPr>
            <a:spLocks noGrp="1"/>
          </p:cNvSpPr>
          <p:nvPr>
            <p:ph idx="1"/>
          </p:nvPr>
        </p:nvSpPr>
        <p:spPr/>
        <p:txBody>
          <a:bodyPr/>
          <a:lstStyle/>
          <a:p>
            <a:pPr>
              <a:defRPr sz="1400"/>
            </a:pPr>
            <a:r>
              <a:t>NARRATION: "Online, thousands of Long Islanders keep the memory alive. The Facebook group 'Remembering Nunley's and Jolly Roger's' is packed with stories..."</a:t>
            </a:r>
          </a:p>
          <a:p>
            <a:pPr>
              <a:defRPr sz="1400"/>
            </a:pPr>
          </a:p>
          <a:p>
            <a:pPr>
              <a:defRPr sz="1400"/>
            </a:pPr>
            <a:r>
              <a:t>VISUAL: Collage of vintage amusement park photos mixed with social media comment bubbles -- "Remember Jolly Roger's?", sepia + modern blue</a:t>
            </a:r>
          </a:p>
          <a:p>
            <a:pPr>
              <a:defRPr sz="1400"/>
            </a:pPr>
          </a:p>
          <a:p>
            <a:pPr>
              <a:defRPr sz="1400"/>
            </a:pPr>
            <a:r>
              <a:t>IMAGE: AI-generated</a:t>
            </a:r>
          </a:p>
          <a:p>
            <a:pPr>
              <a:defRPr sz="1400"/>
            </a:pPr>
            <a:r>
              <a:t>MOTION: gentle-zoom</a:t>
            </a:r>
          </a:p>
          <a:p>
            <a:pPr>
              <a:defRPr sz="1400"/>
            </a:pPr>
            <a:r>
              <a:t>TRANSITION: Crossfade 1s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20: Closing / Call to Action (6:10 - 6:30)</a:t>
            </a:r>
          </a:p>
        </p:txBody>
      </p:sp>
      <p:sp>
        <p:nvSpPr>
          <p:cNvPr id="3" name="Content Placeholder 2"/>
          <p:cNvSpPr>
            <a:spLocks noGrp="1"/>
          </p:cNvSpPr>
          <p:nvPr>
            <p:ph idx="1"/>
          </p:nvPr>
        </p:nvSpPr>
        <p:spPr/>
        <p:txBody>
          <a:bodyPr/>
          <a:lstStyle/>
          <a:p>
            <a:pPr>
              <a:defRPr sz="1400"/>
            </a:pPr>
            <a:r>
              <a:t>NARRATION: "So next time you're driving down Hicksville Road in Bethpage, pull over. Grab a helmet. Step into one of those cages at Batter Up, and take a swing. Because you won't just be hitting a baseball..."</a:t>
            </a:r>
          </a:p>
          <a:p>
            <a:pPr>
              <a:defRPr sz="1400"/>
            </a:pPr>
          </a:p>
          <a:p>
            <a:pPr>
              <a:defRPr sz="1400"/>
            </a:pPr>
            <a:r>
              <a:t>VISUAL: Golden-hour wide shot of batting cages at sunset, families in silhouette, kid mid-swing, mini golf in background, cinematic beauty</a:t>
            </a:r>
          </a:p>
          <a:p>
            <a:pPr>
              <a:defRPr sz="1400"/>
            </a:pPr>
          </a:p>
          <a:p>
            <a:pPr>
              <a:defRPr sz="1400"/>
            </a:pPr>
            <a:r>
              <a:t>IMAGE: AI-generated (FINAL IMPRESSION)</a:t>
            </a:r>
          </a:p>
          <a:p>
            <a:pPr>
              <a:defRPr sz="1400"/>
            </a:pPr>
            <a:r>
              <a:t>MOTION: ken-burns-zoom</a:t>
            </a:r>
          </a:p>
          <a:p>
            <a:pPr>
              <a:defRPr sz="1400"/>
            </a:pPr>
            <a:r>
              <a:t>TEXT OVERLAYS: "Batter Up -- 130 Hicksville Road" | "Share your memories" | "Subscribe"</a:t>
            </a:r>
          </a:p>
          <a:p>
            <a:pPr>
              <a:defRPr sz="1400"/>
            </a:pPr>
            <a:r>
              <a:t>AUDIO: Music fade out over final 3s</a:t>
            </a:r>
          </a:p>
          <a:p>
            <a:pPr>
              <a:defRPr sz="1400"/>
            </a:pPr>
            <a:r>
              <a:t>TRANSITION: Crossfade to end card 1s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Production Plan Summary</a:t>
            </a:r>
          </a:p>
        </p:txBody>
      </p:sp>
      <p:sp>
        <p:nvSpPr>
          <p:cNvPr id="3" name="Content Placeholder 2"/>
          <p:cNvSpPr>
            <a:spLocks noGrp="1"/>
          </p:cNvSpPr>
          <p:nvPr>
            <p:ph idx="1"/>
          </p:nvPr>
        </p:nvSpPr>
        <p:spPr/>
        <p:txBody>
          <a:bodyPr/>
          <a:lstStyle/>
          <a:p>
            <a:pPr>
              <a:defRPr sz="1400"/>
            </a:pPr>
            <a:r>
              <a:t>Total Chapters: 6</a:t>
            </a:r>
          </a:p>
          <a:p>
            <a:pPr>
              <a:defRPr sz="1400"/>
            </a:pPr>
            <a:r>
              <a:t>Total Scenes: 20</a:t>
            </a:r>
          </a:p>
          <a:p>
            <a:pPr>
              <a:defRPr sz="1400"/>
            </a:pPr>
            <a:r>
              <a:t>Estimated Runtime: ~6 minutes 30 seconds</a:t>
            </a:r>
          </a:p>
          <a:p>
            <a:pPr>
              <a:defRPr sz="1400"/>
            </a:pPr>
            <a:r>
              <a:t>Narration Word Count: ~980 words (at 150 wpm)</a:t>
            </a:r>
          </a:p>
          <a:p>
            <a:pPr>
              <a:defRPr sz="1400"/>
            </a:pPr>
          </a:p>
          <a:p>
            <a:pPr>
              <a:defRPr sz="1400"/>
            </a:pPr>
            <a:r>
              <a:t>AI-Generated Images Needed: 20</a:t>
            </a:r>
          </a:p>
          <a:p>
            <a:pPr>
              <a:defRPr sz="1400"/>
            </a:pPr>
            <a:r>
              <a:t>User-Provided Photos: 0 (De Marco family photos may be added later)</a:t>
            </a:r>
          </a:p>
          <a:p>
            <a:pPr>
              <a:defRPr sz="1400"/>
            </a:pPr>
            <a:r>
              <a:t>Text Overlays: 8</a:t>
            </a:r>
          </a:p>
          <a:p>
            <a:pPr>
              <a:defRPr sz="1400"/>
            </a:pPr>
            <a:r>
              <a:t>Narration Audio Clips: 19 (Scenes 2-20)</a:t>
            </a:r>
          </a:p>
          <a:p>
            <a:pPr>
              <a:defRPr sz="1400"/>
            </a:pPr>
            <a:r>
              <a:t>Background Music: 1 continuous track (upbeat Americana)</a:t>
            </a:r>
          </a:p>
          <a:p>
            <a:pPr>
              <a:defRPr sz="1400"/>
            </a:pPr>
          </a:p>
          <a:p>
            <a:pPr>
              <a:defRPr sz="1400"/>
            </a:pPr>
            <a:r>
              <a:t>Narration Voice: Upbeat, local news style -- energetic but warm</a:t>
            </a:r>
          </a:p>
          <a:p>
            <a:pPr>
              <a:defRPr sz="1400"/>
            </a:pPr>
            <a:r>
              <a:t>Visual Style: Ken Burns effect on all images, mixed motion styles</a:t>
            </a:r>
          </a:p>
          <a:p>
            <a:pPr>
              <a:defRPr sz="1400"/>
            </a:pPr>
            <a:r>
              <a:t>Color Palette: Warm golden tones (Chapters 1-3, 5-6), muted/cool (Chapter 4)</a:t>
            </a:r>
          </a:p>
          <a:p>
            <a:pPr>
              <a:defRPr sz="1400"/>
            </a:pPr>
          </a:p>
          <a:p>
            <a:pPr>
              <a:defRPr sz="1400"/>
            </a:pPr>
            <a:r>
              <a:t>Next Steps: Client review of this storyboard, then asset generation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