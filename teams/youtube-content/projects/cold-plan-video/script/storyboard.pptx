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NyQuil Costs $12. These 3 Pills Cost $0.47.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YouTube Video Storyboard | Consumer Advocacy / Explainer | ~7 min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Chapter 1: The Hook (0:00 - 0:45) -- 3 scenes</a:t>
            </a:r>
          </a:p>
          <a:p>
            <a:pPr>
              <a:spcAft>
                <a:spcPts val="400"/>
              </a:spcAft>
              <a:defRPr sz="1400"/>
            </a:pPr>
            <a:r>
              <a:t>Chapter 2: The Reveal (0:45 - 1:50) -- 3 scenes</a:t>
            </a:r>
          </a:p>
          <a:p>
            <a:pPr>
              <a:spcAft>
                <a:spcPts val="400"/>
              </a:spcAft>
              <a:defRPr sz="1400"/>
            </a:pPr>
            <a:r>
              <a:t>Chapter 3: Brand Breakdowns (1:50 - 4:10) -- 6 scenes</a:t>
            </a:r>
          </a:p>
          <a:p>
            <a:pPr>
              <a:spcAft>
                <a:spcPts val="400"/>
              </a:spcAft>
              <a:defRPr sz="1400"/>
            </a:pPr>
            <a:r>
              <a:t>Chapter 4: The Founder Story (4:10 - 5:10) -- 3 scenes</a:t>
            </a:r>
          </a:p>
          <a:p>
            <a:pPr>
              <a:spcAft>
                <a:spcPts val="400"/>
              </a:spcAft>
              <a:defRPr sz="1400"/>
            </a:pPr>
            <a:r>
              <a:t>Chapter 5: The App (5:10 - 6:15) -- 4 scenes</a:t>
            </a:r>
          </a:p>
          <a:p>
            <a:pPr>
              <a:spcAft>
                <a:spcPts val="400"/>
              </a:spcAft>
              <a:defRPr sz="1400"/>
            </a:pPr>
            <a:r>
              <a:t>Chapter 6: The Close (6:15 - 6:55) -- 4 scenes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Total: 23 scenes | ~6:55 runtime | 23 AI-generated illustrations</a:t>
            </a:r>
          </a:p>
          <a:p>
            <a:pPr>
              <a:spcAft>
                <a:spcPts val="400"/>
              </a:spcAft>
              <a:defRPr sz="1400"/>
            </a:pPr>
            <a:r>
              <a:t>Voice: Onyx (OpenAI tts-1-hd) | Style: Falore warm illustrated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1: The Hook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Pattern-interrupt price reveal that stops the scroll and sets up the entire video premise.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1: Title Card (0:00-0:05)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5s</a:t>
            </a:r>
          </a:p>
          <a:p>
            <a:pPr>
              <a:spcAft>
                <a:spcPts val="400"/>
              </a:spcAft>
              <a:defRPr sz="1400"/>
            </a:pPr>
            <a:r>
              <a:t>NARRATION: (No narration -- title card with music fade in)</a:t>
            </a:r>
          </a:p>
          <a:p>
            <a:pPr>
              <a:spcAft>
                <a:spcPts val="400"/>
              </a:spcAft>
              <a:defRPr sz="1400"/>
            </a:pPr>
            <a:r>
              <a:t>VISUAL: Dark textured canvas background with soft golden spotlight, empty center for title text, subtle pill shapes in margins, warm amber and cream tones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static</a:t>
            </a:r>
          </a:p>
          <a:p>
            <a:pPr>
              <a:spcAft>
                <a:spcPts val="400"/>
              </a:spcAft>
              <a:defRPr sz="1400"/>
            </a:pPr>
            <a:r>
              <a:t>TEXT OVERLAY: "NyQuil Costs $12. These 3 Pills Cost $0.47."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0.8s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2: The Price Shock (0:05-0:25)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20s</a:t>
            </a:r>
          </a:p>
          <a:p>
            <a:pPr>
              <a:spcAft>
                <a:spcPts val="400"/>
              </a:spcAft>
              <a:defRPr sz="1400"/>
            </a:pPr>
            <a:r>
              <a:t>NARRATION: "NyQuil costs twelve dollars. But the three active ingredients inside it? You can buy them separately for forty-seven cents. Not a knockoff. Not some weird internet hack. The exact same chemicals..."</a:t>
            </a:r>
          </a:p>
          <a:p>
            <a:pPr>
              <a:spcAft>
                <a:spcPts val="400"/>
              </a:spcAft>
              <a:defRPr sz="1400"/>
            </a:pPr>
            <a:r>
              <a:t>VISUAL: Split illustration. Left: NyQuil bottle on pharmacy shelf, $12.99 price tag. Right: three tiny generic pills on kitchen counter, $0.47 price tag. Pills look humble next to the big branded bottle.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ken-burns-zoom</a:t>
            </a:r>
          </a:p>
          <a:p>
            <a:pPr>
              <a:spcAft>
                <a:spcPts val="400"/>
              </a:spcAft>
              <a:defRPr sz="1400"/>
            </a:pPr>
            <a:r>
              <a:t>TEXT OVERLAY: Karaoke: "$12" then "$0.47"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0.8s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3: The Tease (0:25-0:45)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20s</a:t>
            </a:r>
          </a:p>
          <a:p>
            <a:pPr>
              <a:spcAft>
                <a:spcPts val="400"/>
              </a:spcAft>
              <a:defRPr sz="1400"/>
            </a:pPr>
            <a:r>
              <a:t>NARRATION: "And it is not just NyQuil. Every brand-name cold medicine on this shelf is built the same way. A combination of cheap generic drugs, bundled together and sold at a premium..."</a:t>
            </a:r>
          </a:p>
          <a:p>
            <a:pPr>
              <a:spcAft>
                <a:spcPts val="400"/>
              </a:spcAft>
              <a:defRPr sz="1400"/>
            </a:pPr>
            <a:r>
              <a:t>VISUAL: Pharmacy cold medicine aisle from low angle, shelves of branded boxes (greens, blues, reds), warm overhead golden glow, editorial illustration style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ken-burns-pan</a:t>
            </a:r>
          </a:p>
          <a:p>
            <a:pPr>
              <a:spcAft>
                <a:spcPts val="400"/>
              </a:spcAft>
              <a:defRPr sz="1400"/>
            </a:pPr>
            <a:r>
              <a:t>TEXT OVERLAY: "Every brand-name cold medicine works the same way."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1s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2: The Reveal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Explains the combo-drug business model and introduces the 'Kleenex name' concept for generic drugs.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4: The Combo Meal (0:45-1:10)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25s</a:t>
            </a:r>
          </a:p>
          <a:p>
            <a:pPr>
              <a:spcAft>
                <a:spcPts val="400"/>
              </a:spcAft>
              <a:defRPr sz="1400"/>
            </a:pPr>
            <a:r>
              <a:t>NARRATION: "Think of brand-name cold medicine like a combo meal. The restaurant takes a burger, fries, and a drink -- things you could buy separately -- puts them in one bag, and charges you a bundle price..."</a:t>
            </a:r>
          </a:p>
          <a:p>
            <a:pPr>
              <a:spcAft>
                <a:spcPts val="400"/>
              </a:spcAft>
              <a:defRPr sz="1400"/>
            </a:pPr>
            <a:r>
              <a:t>VISUAL: Fun 'assembly line' for pills. Three generic pills ride a conveyor belt, drop into a branded box. Price changes from $0.47 to $12.99. Whimsical factory feel, warm amber lighting.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ken-burns-pan</a:t>
            </a:r>
          </a:p>
          <a:p>
            <a:pPr>
              <a:spcAft>
                <a:spcPts val="400"/>
              </a:spcAft>
              <a:defRPr sz="1400"/>
            </a:pPr>
            <a:r>
              <a:t>TEXT OVERLAY: Karaoke: "combo meal"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0.8s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5: Same Ingredients (1:10-1:30)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20s</a:t>
            </a:r>
          </a:p>
          <a:p>
            <a:pPr>
              <a:spcAft>
                <a:spcPts val="400"/>
              </a:spcAft>
              <a:defRPr sz="1400"/>
            </a:pPr>
            <a:r>
              <a:t>NARRATION: "The FDA requires the same active ingredients at the same doses whether you buy the brand or the generic. There is no secret formula..."</a:t>
            </a:r>
          </a:p>
          <a:p>
            <a:pPr>
              <a:spcAft>
                <a:spcPts val="400"/>
              </a:spcAft>
              <a:defRPr sz="1400"/>
            </a:pPr>
            <a:r>
              <a:t>VISUAL: NyQuil LiquiCap being 'opened' to reveal three labeled pills inside. FDA seal in upper corner. Clean infographic layout within warm sketch aesthetic.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gentle-zoom</a:t>
            </a:r>
          </a:p>
          <a:p>
            <a:pPr>
              <a:spcAft>
                <a:spcPts val="400"/>
              </a:spcAft>
              <a:defRPr sz="1400"/>
            </a:pPr>
            <a:r>
              <a:t>TEXT OVERLAY: "Same active ingredients. Same doses. Required by the FDA."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0.8s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6: The Kleenex Names (1:30-1:50)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20s</a:t>
            </a:r>
          </a:p>
          <a:p>
            <a:pPr>
              <a:spcAft>
                <a:spcPts val="400"/>
              </a:spcAft>
              <a:defRPr sz="1400"/>
            </a:pPr>
            <a:r>
              <a:t>NARRATION: "Acetaminophen? That is Tylenol. Ibuprofen? Advil. Diphenhydramine? Benadryl. Dextromethorphan? That is the active ingredient in Robitussin..."</a:t>
            </a:r>
          </a:p>
          <a:p>
            <a:pPr>
              <a:spcAft>
                <a:spcPts val="400"/>
              </a:spcAft>
              <a:defRPr sz="1400"/>
            </a:pPr>
            <a:r>
              <a:t>VISUAL: Four pill bottles wearing 'Hello My Name Is' stickers: Acetaminophen='Tylenol', Ibuprofen='Advil', Diphenhydramine='Benadryl', DXM='Robitussin'. Playful, charming, memorable.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ken-burns-zoom</a:t>
            </a:r>
          </a:p>
          <a:p>
            <a:pPr>
              <a:spcAft>
                <a:spcPts val="400"/>
              </a:spcAft>
              <a:defRPr sz="1400"/>
            </a:pPr>
            <a:r>
              <a:t>TEXT OVERLAY: Karaoke: "Tylenol" &gt; "Advil" &gt; "Benadryl" &gt; "Robitussin"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1s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3: Brand Breakdowns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brand breakdowns showing generic recipes, pill counts, and price comparisons. Plus a Pseudoephedrine aside.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7: NyQuil Breakdown (1:50-2:20)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30s</a:t>
            </a:r>
          </a:p>
          <a:p>
            <a:pPr>
              <a:spcAft>
                <a:spcPts val="400"/>
              </a:spcAft>
              <a:defRPr sz="1400"/>
            </a:pPr>
            <a:r>
              <a:t>NARRATION: "NyQuil Cold and Flu. Three active ingredients: Acetaminophen 325mg, DXM 15mg, Diphenhydramine 25mg. Three pills. Twelve cents per dose. NyQuil charges twelve dollars."</a:t>
            </a:r>
          </a:p>
          <a:p>
            <a:pPr>
              <a:spcAft>
                <a:spcPts val="400"/>
              </a:spcAft>
              <a:defRPr sz="1400"/>
            </a:pPr>
            <a:r>
              <a:t>VISUAL: Recipe card: NyQuil box left, 3 labeled pills right (Acetaminophen, DXM, Diphenhydramine). Price bar: $12-15 red vs $0.12 green.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gentle-zoom</a:t>
            </a:r>
          </a:p>
          <a:p>
            <a:pPr>
              <a:spcAft>
                <a:spcPts val="400"/>
              </a:spcAft>
              <a:defRPr sz="1400"/>
            </a:pPr>
            <a:r>
              <a:t>TEXT OVERLAY: "NyQuil = 3 pills" then "$12 vs $0.12"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0.8s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8: DayQuil Breakdown (2:20-2:45)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25s</a:t>
            </a:r>
          </a:p>
          <a:p>
            <a:pPr>
              <a:spcAft>
                <a:spcPts val="400"/>
              </a:spcAft>
              <a:defRPr sz="1400"/>
            </a:pPr>
            <a:r>
              <a:t>NARRATION: "DayQuil. Acetaminophen for pain, DXM for cough, Phenylephrine for congestion. Three pills. Nineteen cents. DayQuil? Twelve to fifteen dollars."</a:t>
            </a:r>
          </a:p>
          <a:p>
            <a:pPr>
              <a:spcAft>
                <a:spcPts val="400"/>
              </a:spcAft>
              <a:defRPr sz="1400"/>
            </a:pPr>
            <a:r>
              <a:t>VISUAL: Recipe card: DayQuil box left, 3 labeled pills right (Acetaminophen, Phenylephrine, DXM). Price bar: $12-15 red vs $0.19 green.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gentle-zoom</a:t>
            </a:r>
          </a:p>
          <a:p>
            <a:pPr>
              <a:spcAft>
                <a:spcPts val="400"/>
              </a:spcAft>
              <a:defRPr sz="1400"/>
            </a:pPr>
            <a:r>
              <a:t>TEXT OVERLAY: "DayQuil = 3 pills" then "$12 vs $0.19"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0.8s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9: Advil Cold &amp; Sinus (2:45-3:10)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25s</a:t>
            </a:r>
          </a:p>
          <a:p>
            <a:pPr>
              <a:spcAft>
                <a:spcPts val="400"/>
              </a:spcAft>
              <a:defRPr sz="1400"/>
            </a:pPr>
            <a:r>
              <a:t>NARRATION: "Two ingredients. Ibuprofen -- that is just Advil -- plus Pseudoephedrine. Two pills. Twelve cents. The branded box? Ten to fourteen dollars."</a:t>
            </a:r>
          </a:p>
          <a:p>
            <a:pPr>
              <a:spcAft>
                <a:spcPts val="400"/>
              </a:spcAft>
              <a:defRPr sz="1400"/>
            </a:pPr>
            <a:r>
              <a:t>VISUAL: Recipe card: Advil C&amp;S box left, only 2 pills right (Ibuprofen, Pseudoephedrine). Price bar: $10-14 red vs $0.12 green. Visual simplicity emphasizes absurdity.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gentle-zoom</a:t>
            </a:r>
          </a:p>
          <a:p>
            <a:pPr>
              <a:spcAft>
                <a:spcPts val="400"/>
              </a:spcAft>
              <a:defRPr sz="1400"/>
            </a:pPr>
            <a:r>
              <a:t>TEXT OVERLAY: "Advil C&amp;S = 2 pills" then "$10 vs $0.12"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0.8s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10: Pseudoephedrine Aside (3:10-3:25)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15s</a:t>
            </a:r>
          </a:p>
          <a:p>
            <a:pPr>
              <a:spcAft>
                <a:spcPts val="400"/>
              </a:spcAft>
              <a:defRPr sz="1400"/>
            </a:pPr>
            <a:r>
              <a:t>NARRATION: "Pseudoephedrine: you cannot buy it on Amazon. Federally regulated under CMEA. Just walk up to any pharmacy counter and ask. No prescription needed."</a:t>
            </a:r>
          </a:p>
          <a:p>
            <a:pPr>
              <a:spcAft>
                <a:spcPts val="400"/>
              </a:spcAft>
              <a:defRPr sz="1400"/>
            </a:pPr>
            <a:r>
              <a:t>VISUAL: Friendly pharmacy counter, pharmacist with warm smile, 'Just Ask' sign. Approachable, not intimidating. 'Fun Fact' banner in corner.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ken-burns-zoom</a:t>
            </a:r>
          </a:p>
          <a:p>
            <a:pPr>
              <a:spcAft>
                <a:spcPts val="400"/>
              </a:spcAft>
              <a:defRPr sz="1400"/>
            </a:pPr>
            <a:r>
              <a:t>TEXT OVERLAY: "Behind the counter. No prescription needed."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0.8s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11: Theraflu Breakdown (3:25-3:50)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25s</a:t>
            </a:r>
          </a:p>
          <a:p>
            <a:pPr>
              <a:spcAft>
                <a:spcPts val="400"/>
              </a:spcAft>
              <a:defRPr sz="1400"/>
            </a:pPr>
            <a:r>
              <a:t>NARRATION: "Theraflu Nighttime. Acetaminophen, Phenylephrine, Diphenhydramine. Three pills and hot water. Twenty-three cents. Theraflu? Ten to twelve dollars."</a:t>
            </a:r>
          </a:p>
          <a:p>
            <a:pPr>
              <a:spcAft>
                <a:spcPts val="400"/>
              </a:spcAft>
              <a:defRPr sz="1400"/>
            </a:pPr>
            <a:r>
              <a:t>VISUAL: Recipe card: Theraflu box with steam from mug, 3 pills right (Acetaminophen x2, Phenylephrine, Diphenhydramine) + mug. Price: $10-12 vs $0.23.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gentle-zoom</a:t>
            </a:r>
          </a:p>
          <a:p>
            <a:pPr>
              <a:spcAft>
                <a:spcPts val="400"/>
              </a:spcAft>
              <a:defRPr sz="1400"/>
            </a:pPr>
            <a:r>
              <a:t>TEXT OVERLAY: "Theraflu = 3 pills + hot water" then "$10 vs $0.23"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0.8s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12: Advil PM Breakdown (3:50-4:10)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20s</a:t>
            </a:r>
          </a:p>
          <a:p>
            <a:pPr>
              <a:spcAft>
                <a:spcPts val="400"/>
              </a:spcAft>
              <a:defRPr sz="1400"/>
            </a:pPr>
            <a:r>
              <a:t>NARRATION: "Advil PM. Two ingredients. Ibuprofen and Diphenhydramine. About five cents per dose. Advil charges ten to fourteen dollars. For five cents worth of medicine."</a:t>
            </a:r>
          </a:p>
          <a:p>
            <a:pPr>
              <a:spcAft>
                <a:spcPts val="400"/>
              </a:spcAft>
              <a:defRPr sz="1400"/>
            </a:pPr>
            <a:r>
              <a:t>VISUAL: Recipe card: Advil PM box on nightstand, 2 tiny pills right (Ibuprofen, Diphenhydramine). DRAMATIC price bar: $10-14 vs $0.05. Most absurd gap in the video.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gentle-zoom</a:t>
            </a:r>
          </a:p>
          <a:p>
            <a:pPr>
              <a:spcAft>
                <a:spcPts val="400"/>
              </a:spcAft>
              <a:defRPr sz="1400"/>
            </a:pPr>
            <a:r>
              <a:t>TEXT OVERLAY: "Advil PM = 2 pills" then "$14 vs $0.05" (dramatic)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1s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4: The Founder Story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Personal 60-second beat. 30 years of business travel, 1.3M miles on United. Warm, genuine, no pitch energy.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13: The Road Warrior (4:10-4:35)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25s</a:t>
            </a:r>
          </a:p>
          <a:p>
            <a:pPr>
              <a:spcAft>
                <a:spcPts val="400"/>
              </a:spcAft>
              <a:defRPr sz="1400"/>
            </a:pPr>
            <a:r>
              <a:t>NARRATION: "This app has been in my head for thirty years. Over a million miles on United Airlines. You wake up in a hotel room with a sore throat, a meeting in three hours, and the only option is the airport pharmacy..."</a:t>
            </a:r>
          </a:p>
          <a:p>
            <a:pPr>
              <a:spcAft>
                <a:spcPts val="400"/>
              </a:spcAft>
              <a:defRPr sz="1400"/>
            </a:pPr>
            <a:r>
              <a:t>VISUAL: Airport terminal at dawn. Business traveler silhouette walking through terminal with carry-on. Flight board, airplane on tarmac against golden sunrise. Nostalgic, warm. '1.3M miles' counter in corner.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ken-burns-pan</a:t>
            </a:r>
          </a:p>
          <a:p>
            <a:pPr>
              <a:spcAft>
                <a:spcPts val="400"/>
              </a:spcAft>
              <a:defRPr sz="1400"/>
            </a:pPr>
            <a:r>
              <a:t>TEXT OVERLAY: "1.3 million miles on United Airlines"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0.8s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14: The Pill Organizer (4:35-4:55)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20s</a:t>
            </a:r>
          </a:p>
          <a:p>
            <a:pPr>
              <a:spcAft>
                <a:spcPts val="400"/>
              </a:spcAft>
              <a:defRPr sz="1400"/>
            </a:pPr>
            <a:r>
              <a:t>NARRATION: "So I started carrying my own. A small pill organizer in my bag. Pennies per dose. Worked just as well. For thirty years, this system just worked."</a:t>
            </a:r>
          </a:p>
          <a:p>
            <a:pPr>
              <a:spcAft>
                <a:spcPts val="400"/>
              </a:spcAft>
              <a:defRPr sz="1400"/>
            </a:pPr>
            <a:r>
              <a:t>VISUAL: Close-up hotel nightstand: open travel pill organizer with AM/PM compartments, glass of water, boarding pass, hotel key card. Intimate, practical, personal routine.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ken-burns-zoom</a:t>
            </a:r>
          </a:p>
          <a:p>
            <a:pPr>
              <a:spcAft>
                <a:spcPts val="400"/>
              </a:spcAft>
              <a:defRPr sz="1400"/>
            </a:pPr>
            <a:r>
              <a:t>TEXT OVERLAY: "Manage symptoms. Save money. Keep moving."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0.8s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15: Building It (4:55-5:10)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15s</a:t>
            </a:r>
          </a:p>
          <a:p>
            <a:pPr>
              <a:spcAft>
                <a:spcPts val="400"/>
              </a:spcAft>
              <a:defRPr sz="1400"/>
            </a:pPr>
            <a:r>
              <a:t>NARRATION: "I turned my system into a free web app. No company. No investors. Just something I found useful and wanted to share."</a:t>
            </a:r>
          </a:p>
          <a:p>
            <a:pPr>
              <a:spcAft>
                <a:spcPts val="400"/>
              </a:spcAft>
              <a:defRPr sz="1400"/>
            </a:pPr>
            <a:r>
              <a:t>VISUAL: Home office at night. Laptop glowing with web app, pill bottles and notebooks on desk, coffee mug, warm desk lamp. Personal, purposeful, not a startup.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ken-burns-zoom</a:t>
            </a:r>
          </a:p>
          <a:p>
            <a:pPr>
              <a:spcAft>
                <a:spcPts val="400"/>
              </a:spcAft>
              <a:defRPr sz="1400"/>
            </a:pPr>
            <a:r>
              <a:t>TEXT OVERLAY: "Built it. Made it free. Put it online."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1s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5: The App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 walkthrough: Symptom Planner, Brand Lookup, Curated Kits. Illustrated phone screens, not real screenshots.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16: Symptom Planner (5:10-5:30)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20s</a:t>
            </a:r>
          </a:p>
          <a:p>
            <a:pPr>
              <a:spcAft>
                <a:spcPts val="400"/>
              </a:spcAft>
              <a:defRPr sz="1400"/>
            </a:pPr>
            <a:r>
              <a:t>NARRATION: "Tell it your symptoms. It matches you to the right drugs, tells you how many pills, when to take them, and separates into daytime and nighttime. No guessing."</a:t>
            </a:r>
          </a:p>
          <a:p>
            <a:pPr>
              <a:spcAft>
                <a:spcPts val="400"/>
              </a:spcAft>
              <a:defRPr sz="1400"/>
            </a:pPr>
            <a:r>
              <a:t>VISUAL: Illustrated phone showing symptom checklist (headache, cough, congestion, etc.) with matched drug recommendations and AM/PM labels. Warm sketch style, not screenshot.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gentle-zoom</a:t>
            </a:r>
          </a:p>
          <a:p>
            <a:pPr>
              <a:spcAft>
                <a:spcPts val="400"/>
              </a:spcAft>
              <a:defRPr sz="1400"/>
            </a:pPr>
            <a:r>
              <a:t>TEXT OVERLAY: "Pick your symptoms. Get your plan."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0.8s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17: Brand Lookup (5:30-5:48)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18s</a:t>
            </a:r>
          </a:p>
          <a:p>
            <a:pPr>
              <a:spcAft>
                <a:spcPts val="400"/>
              </a:spcAft>
              <a:defRPr sz="1400"/>
            </a:pPr>
            <a:r>
              <a:t>NARRATION: "Look up any brand by name. Twenty products. Tap one and it shows the generic recipe -- drugs, doses, and cost."</a:t>
            </a:r>
          </a:p>
          <a:p>
            <a:pPr>
              <a:spcAft>
                <a:spcPts val="400"/>
              </a:spcAft>
              <a:defRPr sz="1400"/>
            </a:pPr>
            <a:r>
              <a:t>VISUAL: Illustrated phone showing brand lookup list, one expanded with generic recipe (pills, labels, price). Warm editorial illustration, not screenshot.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gentle-zoom</a:t>
            </a:r>
          </a:p>
          <a:p>
            <a:pPr>
              <a:spcAft>
                <a:spcPts val="400"/>
              </a:spcAft>
              <a:defRPr sz="1400"/>
            </a:pPr>
            <a:r>
              <a:t>TEXT OVERLAY: "20 brand products. Every recipe revealed."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0.8s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18: Curated Kits (5:48-6:08)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20s</a:t>
            </a:r>
          </a:p>
          <a:p>
            <a:pPr>
              <a:spcAft>
                <a:spcPts val="400"/>
              </a:spcAft>
              <a:defRPr sz="1400"/>
            </a:pPr>
            <a:r>
              <a:t>NARRATION: "Four curated kits. Home fills your medicine cabinet. Travel is pre-counted for your carry-on. College sends your student off prepared. Office is all non-drowsy."</a:t>
            </a:r>
          </a:p>
          <a:p>
            <a:pPr>
              <a:spcAft>
                <a:spcPts val="400"/>
              </a:spcAft>
              <a:defRPr sz="1400"/>
            </a:pPr>
            <a:r>
              <a:t>VISUAL: Four quadrants: Home (green, medicine cabinet), Travel (blue, airport carry-on), College (purple, dorm desk), Office (amber, desk drawer). Each with kit name in warm typography.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ken-burns-zoom</a:t>
            </a:r>
          </a:p>
          <a:p>
            <a:pPr>
              <a:spcAft>
                <a:spcPts val="400"/>
              </a:spcAft>
              <a:defRPr sz="1400"/>
            </a:pPr>
            <a:r>
              <a:t>TEXT OVERLAY: Karaoke: "Home" &gt; "Travel" &gt; "College" &gt; "Office"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0.8s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19: Adults Only (6:08-6:15)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7s</a:t>
            </a:r>
          </a:p>
          <a:p>
            <a:pPr>
              <a:spcAft>
                <a:spcPts val="400"/>
              </a:spcAft>
              <a:defRPr sz="1400"/>
            </a:pPr>
            <a:r>
              <a:t>NARRATION: "Cold Plan is for adults only. No pediatric dosing. Always read your labels."</a:t>
            </a:r>
          </a:p>
          <a:p>
            <a:pPr>
              <a:spcAft>
                <a:spcPts val="400"/>
              </a:spcAft>
              <a:defRPr sz="1400"/>
            </a:pPr>
            <a:r>
              <a:t>VISUAL: Simple 'Adults Only' badge/stamp on cream background, smaller text: 'Always read labels. Not medical advice.' Clean, quick beat.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static</a:t>
            </a:r>
          </a:p>
          <a:p>
            <a:pPr>
              <a:spcAft>
                <a:spcPts val="400"/>
              </a:spcAft>
              <a:defRPr sz="1400"/>
            </a:pPr>
            <a:r>
              <a:t>TEXT OVERLAY: "Adults only. Always read your labels."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1s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6: The Close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Values-driven CTA. Free, no ads, no tracking. Amazon affiliate transparency. Subscribe. Bookend callback.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20: The Values (6:15-6:30)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15s</a:t>
            </a:r>
          </a:p>
          <a:p>
            <a:pPr>
              <a:spcAft>
                <a:spcPts val="400"/>
              </a:spcAft>
              <a:defRPr sz="1400"/>
            </a:pPr>
            <a:r>
              <a:t>NARRATION: "Cold Plan is free. No ads. No tracking. No data collection. Use the Amazon links -- costs you nothing extra -- and it keeps the lights on."</a:t>
            </a:r>
          </a:p>
          <a:p>
            <a:pPr>
              <a:spcAft>
                <a:spcPts val="400"/>
              </a:spcAft>
              <a:defRPr sz="1400"/>
            </a:pPr>
            <a:r>
              <a:t>VISUAL: Phone showing Cold Plan app with URL. Three crossed-out icons around it: megaphone (no ads), eye (no tracking), dollar sign (no cost). Values-driven, honest.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gentle-zoom</a:t>
            </a:r>
          </a:p>
          <a:p>
            <a:pPr>
              <a:spcAft>
                <a:spcPts val="400"/>
              </a:spcAft>
              <a:defRPr sz="1400"/>
            </a:pPr>
            <a:r>
              <a:t>TEXT OVERLAY: Karaoke: "Free" &gt; "No ads" &gt; "No tracking"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0.8s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21: Subscribe CTA (6:30-6:40)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10s</a:t>
            </a:r>
          </a:p>
          <a:p>
            <a:pPr>
              <a:spcAft>
                <a:spcPts val="400"/>
              </a:spcAft>
              <a:defRPr sz="1400"/>
            </a:pPr>
            <a:r>
              <a:t>NARRATION: "Hit subscribe. Share this with someone who buys cold medicine the expensive way. You know who they are."</a:t>
            </a:r>
          </a:p>
          <a:p>
            <a:pPr>
              <a:spcAft>
                <a:spcPts val="400"/>
              </a:spcAft>
              <a:defRPr sz="1400"/>
            </a:pPr>
            <a:r>
              <a:t>VISUAL: YouTube subscribe button and bell icon in warm hand-drawn sketch style. Share icon below. Inviting, not pushy.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static</a:t>
            </a:r>
          </a:p>
          <a:p>
            <a:pPr>
              <a:spcAft>
                <a:spcPts val="400"/>
              </a:spcAft>
              <a:defRPr sz="1400"/>
            </a:pPr>
            <a:r>
              <a:t>TEXT OVERLAY: "Subscribe for more like this."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0.8s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22: The Bookend (6:40-6:50)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10s</a:t>
            </a:r>
          </a:p>
          <a:p>
            <a:pPr>
              <a:spcAft>
                <a:spcPts val="400"/>
              </a:spcAft>
              <a:defRPr sz="1400"/>
            </a:pPr>
            <a:r>
              <a:t>NARRATION: "Twelve dollars -- or forty-seven cents. Same medicine. Your call."</a:t>
            </a:r>
          </a:p>
          <a:p>
            <a:pPr>
              <a:spcAft>
                <a:spcPts val="400"/>
              </a:spcAft>
              <a:defRPr sz="1400"/>
            </a:pPr>
            <a:r>
              <a:t>VISUAL: Callback to opening: NyQuil left, 3 pills right. Prices LARGER and BOLDER: '$12' faded red, '$0.47' bright green. Golden glow on pills. Conclusive, satisfying.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gentle-zoom</a:t>
            </a:r>
          </a:p>
          <a:p>
            <a:pPr>
              <a:spcAft>
                <a:spcPts val="400"/>
              </a:spcAft>
              <a:defRPr sz="1400"/>
            </a:pPr>
            <a:r>
              <a:t>TEXT OVERLAY: "$12 vs $0.47. You decide."</a:t>
            </a:r>
          </a:p>
          <a:p>
            <a:pPr>
              <a:spcAft>
                <a:spcPts val="400"/>
              </a:spcAft>
              <a:defRPr sz="1400"/>
            </a:pPr>
            <a:r>
              <a:t>TRANSITION: Fade to black 2s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23: End Screen (6:50-6:55)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DURATION: 5s</a:t>
            </a:r>
          </a:p>
          <a:p>
            <a:pPr>
              <a:spcAft>
                <a:spcPts val="400"/>
              </a:spcAft>
              <a:defRPr sz="1400"/>
            </a:pPr>
            <a:r>
              <a:t>NARRATION: (No narration -- end screen with music outro)</a:t>
            </a:r>
          </a:p>
          <a:p>
            <a:pPr>
              <a:spcAft>
                <a:spcPts val="400"/>
              </a:spcAft>
              <a:defRPr sz="1400"/>
            </a:pPr>
            <a:r>
              <a:t>VISUAL: Warm end screen background with video recommendation placeholders and subscribe button area. URL: cold-plan-app.web.app</a:t>
            </a:r>
          </a:p>
          <a:p>
            <a:pPr>
              <a:spcAft>
                <a:spcPts val="400"/>
              </a:spcAft>
              <a:defRPr sz="1400"/>
            </a:pPr>
            <a:r>
              <a:t>IMAGE: AI-generated</a:t>
            </a:r>
          </a:p>
          <a:p>
            <a:pPr>
              <a:spcAft>
                <a:spcPts val="400"/>
              </a:spcAft>
              <a:defRPr sz="1400"/>
            </a:pPr>
            <a:r>
              <a:t>MOTION: static</a:t>
            </a:r>
          </a:p>
          <a:p>
            <a:pPr>
              <a:spcAft>
                <a:spcPts val="400"/>
              </a:spcAft>
              <a:defRPr sz="1400"/>
            </a:pPr>
            <a:r>
              <a:t>TEXT OVERLAY: "cold-plan-app.web.app"</a:t>
            </a:r>
          </a:p>
          <a:p>
            <a:pPr>
              <a:spcAft>
                <a:spcPts val="400"/>
              </a:spcAft>
              <a:defRPr sz="1400"/>
            </a:pPr>
            <a:r>
              <a:t>TRANSITION: Cut to black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Plan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Total Chapters: 6</a:t>
            </a:r>
          </a:p>
          <a:p>
            <a:pPr>
              <a:spcAft>
                <a:spcPts val="400"/>
              </a:spcAft>
              <a:defRPr sz="1400"/>
            </a:pPr>
            <a:r>
              <a:t>Total Scenes: 23</a:t>
            </a:r>
          </a:p>
          <a:p>
            <a:pPr>
              <a:spcAft>
                <a:spcPts val="400"/>
              </a:spcAft>
              <a:defRPr sz="1400"/>
            </a:pPr>
            <a:r>
              <a:t>Estimated Runtime: ~6:55</a:t>
            </a:r>
          </a:p>
          <a:p>
            <a:pPr>
              <a:spcAft>
                <a:spcPts val="400"/>
              </a:spcAft>
              <a:defRPr sz="1400"/>
            </a:pPr>
            <a:r>
              <a:t>AI-Generated Images: 23 (Falore warm illustrated style)</a:t>
            </a:r>
          </a:p>
          <a:p>
            <a:pPr>
              <a:spcAft>
                <a:spcPts val="400"/>
              </a:spcAft>
              <a:defRPr sz="1400"/>
            </a:pPr>
            <a:r>
              <a:t>User-Provided Images: 0</a:t>
            </a:r>
          </a:p>
          <a:p>
            <a:pPr>
              <a:spcAft>
                <a:spcPts val="400"/>
              </a:spcAft>
              <a:defRPr sz="1400"/>
            </a:pPr>
            <a:r>
              <a:t>Narration Voice: Onyx (OpenAI tts-1-hd)</a:t>
            </a:r>
          </a:p>
          <a:p>
            <a:pPr>
              <a:spcAft>
                <a:spcPts val="400"/>
              </a:spcAft>
              <a:defRPr sz="1400"/>
            </a:pPr>
            <a:r>
              <a:t>Narration Segments: 22 (scenes 2-22)</a:t>
            </a:r>
          </a:p>
          <a:p>
            <a:pPr>
              <a:spcAft>
                <a:spcPts val="400"/>
              </a:spcAft>
              <a:defRPr sz="1400"/>
            </a:pPr>
            <a:r>
              <a:t>Background Music: Warm lo-fi instrumental, continuous at 15% volume</a:t>
            </a:r>
          </a:p>
          <a:p>
            <a:pPr>
              <a:spcAft>
                <a:spcPts val="400"/>
              </a:spcAft>
              <a:defRPr sz="1400"/>
            </a:pPr>
            <a:r>
              <a:t>Text Overlays: Every scene (karaoke highlights on key moments)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Brand Breakdowns: NyQuil, DayQuil, Advil C&amp;S, Theraflu, Advil PM</a:t>
            </a:r>
          </a:p>
          <a:p>
            <a:pPr>
              <a:spcAft>
                <a:spcPts val="400"/>
              </a:spcAft>
              <a:defRPr sz="1400"/>
            </a:pPr>
            <a:r>
              <a:t>App Features Shown: Symptom Planner, Brand Lookup, Curated Kits</a:t>
            </a:r>
          </a:p>
          <a:p>
            <a:pPr>
              <a:spcAft>
                <a:spcPts val="400"/>
              </a:spcAft>
              <a:defRPr sz="1400"/>
            </a:pPr>
            <a:r>
              <a:t>CTA: Free app, Amazon affiliate links, subscribe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