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Lst>
  <p:sldSz cy="5715000" cx="9144000"/>
  <p:notesSz cx="6858000" cy="9144000"/>
  <p:embeddedFontLst>
    <p:embeddedFont>
      <p:font typeface="Robo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bFpOvVXOtEYJ8Oc6A/4HuJyHO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Roboto-italic.fntdata"/><Relationship Id="rId10" Type="http://schemas.openxmlformats.org/officeDocument/2006/relationships/font" Target="fonts/Roboto-bold.fntdata"/><Relationship Id="rId13" Type="http://customschemas.google.com/relationships/presentationmetadata" Target="metadata"/><Relationship Id="rId12"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oboto-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0d23ce4df_0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0d23ce4df_0_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x">
  <p:cSld name="TITLE_AND_BODY">
    <p:spTree>
      <p:nvGrpSpPr>
        <p:cNvPr id="14" name="Shape 14"/>
        <p:cNvGrpSpPr/>
        <p:nvPr/>
      </p:nvGrpSpPr>
      <p:grpSpPr>
        <a:xfrm>
          <a:off x="0" y="0"/>
          <a:ext cx="0" cy="0"/>
          <a:chOff x="0" y="0"/>
          <a:chExt cx="0" cy="0"/>
        </a:xfrm>
      </p:grpSpPr>
      <p:sp>
        <p:nvSpPr>
          <p:cNvPr id="15" name="Google Shape;15;p5"/>
          <p:cNvSpPr/>
          <p:nvPr/>
        </p:nvSpPr>
        <p:spPr>
          <a:xfrm>
            <a:off x="0" y="1029229"/>
            <a:ext cx="9144000" cy="266101"/>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 name="Google Shape;16;p5"/>
          <p:cNvSpPr/>
          <p:nvPr/>
        </p:nvSpPr>
        <p:spPr>
          <a:xfrm>
            <a:off x="0" y="1066270"/>
            <a:ext cx="533400" cy="190801"/>
          </a:xfrm>
          <a:prstGeom prst="rect">
            <a:avLst/>
          </a:prstGeom>
          <a:solidFill>
            <a:schemeClr val="accen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 name="Google Shape;17;p5"/>
          <p:cNvSpPr/>
          <p:nvPr/>
        </p:nvSpPr>
        <p:spPr>
          <a:xfrm>
            <a:off x="590549" y="1066270"/>
            <a:ext cx="8553602" cy="190801"/>
          </a:xfrm>
          <a:prstGeom prst="rect">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Google Shape;13;p1" id="18" name="Google Shape;18;p5"/>
          <p:cNvPicPr preferRelativeResize="0"/>
          <p:nvPr/>
        </p:nvPicPr>
        <p:blipFill rotWithShape="1">
          <a:blip r:embed="rId2">
            <a:alphaModFix/>
          </a:blip>
          <a:srcRect b="0" l="0" r="0" t="0"/>
          <a:stretch/>
        </p:blipFill>
        <p:spPr>
          <a:xfrm>
            <a:off x="7207250" y="4572000"/>
            <a:ext cx="1452564" cy="1087041"/>
          </a:xfrm>
          <a:prstGeom prst="rect">
            <a:avLst/>
          </a:prstGeom>
          <a:noFill/>
          <a:ln>
            <a:noFill/>
          </a:ln>
        </p:spPr>
      </p:pic>
      <p:sp>
        <p:nvSpPr>
          <p:cNvPr id="19" name="Google Shape;19;p5"/>
          <p:cNvSpPr txBox="1"/>
          <p:nvPr>
            <p:ph type="title"/>
          </p:nvPr>
        </p:nvSpPr>
        <p:spPr>
          <a:xfrm>
            <a:off x="1201550" y="1613250"/>
            <a:ext cx="6477000" cy="1524000"/>
          </a:xfrm>
          <a:prstGeom prst="rect">
            <a:avLst/>
          </a:prstGeom>
          <a:noFill/>
          <a:ln>
            <a:noFill/>
          </a:ln>
        </p:spPr>
        <p:txBody>
          <a:bodyPr anchorCtr="0" anchor="b" bIns="45675" lIns="45675" spcFirstLastPara="1" rIns="45675" wrap="square" tIns="45675">
            <a:normAutofit/>
          </a:bodyPr>
          <a:lstStyle>
            <a:lvl1pPr lvl="0" algn="ctr">
              <a:lnSpc>
                <a:spcPct val="100000"/>
              </a:lnSpc>
              <a:spcBef>
                <a:spcPts val="0"/>
              </a:spcBef>
              <a:spcAft>
                <a:spcPts val="0"/>
              </a:spcAft>
              <a:buClr>
                <a:srgbClr val="775F55"/>
              </a:buClr>
              <a:buSzPts val="4400"/>
              <a:buFont typeface="Twentieth Century"/>
              <a:buNone/>
              <a:defRPr sz="4400"/>
            </a:lvl1pPr>
            <a:lvl2pPr lvl="1" algn="l">
              <a:lnSpc>
                <a:spcPct val="100000"/>
              </a:lnSpc>
              <a:spcBef>
                <a:spcPts val="0"/>
              </a:spcBef>
              <a:spcAft>
                <a:spcPts val="0"/>
              </a:spcAft>
              <a:buClr>
                <a:srgbClr val="775F55"/>
              </a:buClr>
              <a:buSzPts val="1800"/>
              <a:buNone/>
              <a:defRPr/>
            </a:lvl2pPr>
            <a:lvl3pPr lvl="2" algn="l">
              <a:lnSpc>
                <a:spcPct val="100000"/>
              </a:lnSpc>
              <a:spcBef>
                <a:spcPts val="0"/>
              </a:spcBef>
              <a:spcAft>
                <a:spcPts val="0"/>
              </a:spcAft>
              <a:buClr>
                <a:srgbClr val="775F55"/>
              </a:buClr>
              <a:buSzPts val="1800"/>
              <a:buNone/>
              <a:defRPr/>
            </a:lvl3pPr>
            <a:lvl4pPr lvl="3" algn="l">
              <a:lnSpc>
                <a:spcPct val="100000"/>
              </a:lnSpc>
              <a:spcBef>
                <a:spcPts val="0"/>
              </a:spcBef>
              <a:spcAft>
                <a:spcPts val="0"/>
              </a:spcAft>
              <a:buClr>
                <a:srgbClr val="775F55"/>
              </a:buClr>
              <a:buSzPts val="1800"/>
              <a:buNone/>
              <a:defRPr/>
            </a:lvl4pPr>
            <a:lvl5pPr lvl="4" algn="l">
              <a:lnSpc>
                <a:spcPct val="100000"/>
              </a:lnSpc>
              <a:spcBef>
                <a:spcPts val="0"/>
              </a:spcBef>
              <a:spcAft>
                <a:spcPts val="0"/>
              </a:spcAft>
              <a:buClr>
                <a:srgbClr val="775F55"/>
              </a:buClr>
              <a:buSzPts val="1800"/>
              <a:buNone/>
              <a:defRPr/>
            </a:lvl5pPr>
            <a:lvl6pPr lvl="5" algn="l">
              <a:lnSpc>
                <a:spcPct val="100000"/>
              </a:lnSpc>
              <a:spcBef>
                <a:spcPts val="0"/>
              </a:spcBef>
              <a:spcAft>
                <a:spcPts val="0"/>
              </a:spcAft>
              <a:buClr>
                <a:srgbClr val="775F55"/>
              </a:buClr>
              <a:buSzPts val="1800"/>
              <a:buNone/>
              <a:defRPr/>
            </a:lvl6pPr>
            <a:lvl7pPr lvl="6" algn="l">
              <a:lnSpc>
                <a:spcPct val="100000"/>
              </a:lnSpc>
              <a:spcBef>
                <a:spcPts val="0"/>
              </a:spcBef>
              <a:spcAft>
                <a:spcPts val="0"/>
              </a:spcAft>
              <a:buClr>
                <a:srgbClr val="775F55"/>
              </a:buClr>
              <a:buSzPts val="1800"/>
              <a:buNone/>
              <a:defRPr/>
            </a:lvl7pPr>
            <a:lvl8pPr lvl="7" algn="l">
              <a:lnSpc>
                <a:spcPct val="100000"/>
              </a:lnSpc>
              <a:spcBef>
                <a:spcPts val="0"/>
              </a:spcBef>
              <a:spcAft>
                <a:spcPts val="0"/>
              </a:spcAft>
              <a:buClr>
                <a:srgbClr val="775F55"/>
              </a:buClr>
              <a:buSzPts val="1800"/>
              <a:buNone/>
              <a:defRPr/>
            </a:lvl8pPr>
            <a:lvl9pPr lvl="8" algn="l">
              <a:lnSpc>
                <a:spcPct val="100000"/>
              </a:lnSpc>
              <a:spcBef>
                <a:spcPts val="0"/>
              </a:spcBef>
              <a:spcAft>
                <a:spcPts val="0"/>
              </a:spcAft>
              <a:buClr>
                <a:srgbClr val="775F55"/>
              </a:buClr>
              <a:buSzPts val="1800"/>
              <a:buNone/>
              <a:defRPr/>
            </a:lvl9pPr>
          </a:lstStyle>
          <a:p/>
        </p:txBody>
      </p:sp>
      <p:sp>
        <p:nvSpPr>
          <p:cNvPr id="20" name="Google Shape;20;p5"/>
          <p:cNvSpPr txBox="1"/>
          <p:nvPr>
            <p:ph idx="12" type="sldNum"/>
          </p:nvPr>
        </p:nvSpPr>
        <p:spPr>
          <a:xfrm>
            <a:off x="5486400" y="5143308"/>
            <a:ext cx="2133600" cy="307301"/>
          </a:xfrm>
          <a:prstGeom prst="rect">
            <a:avLst/>
          </a:prstGeom>
          <a:noFill/>
          <a:ln>
            <a:noFill/>
          </a:ln>
        </p:spPr>
        <p:txBody>
          <a:bodyPr anchorCtr="0" anchor="ctr" bIns="45675" lIns="45675" spcFirstLastPara="1" rIns="45675" wrap="square" tIns="45675">
            <a:normAutofit/>
          </a:bodyPr>
          <a:lstStyle>
            <a:lvl1pPr indent="0" lvl="0"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21" name="Google Shape;21;p5"/>
          <p:cNvSpPr txBox="1"/>
          <p:nvPr/>
        </p:nvSpPr>
        <p:spPr>
          <a:xfrm>
            <a:off x="1650825" y="4086125"/>
            <a:ext cx="4987800" cy="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Twentieth Century"/>
              <a:ea typeface="Twentieth Century"/>
              <a:cs typeface="Twentieth Century"/>
              <a:sym typeface="Twentieth Century"/>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type="obj">
  <p:cSld name="OBJECT">
    <p:spTree>
      <p:nvGrpSpPr>
        <p:cNvPr id="22" name="Shape 22"/>
        <p:cNvGrpSpPr/>
        <p:nvPr/>
      </p:nvGrpSpPr>
      <p:grpSpPr>
        <a:xfrm>
          <a:off x="0" y="0"/>
          <a:ext cx="0" cy="0"/>
          <a:chOff x="0" y="0"/>
          <a:chExt cx="0" cy="0"/>
        </a:xfrm>
      </p:grpSpPr>
      <p:sp>
        <p:nvSpPr>
          <p:cNvPr id="23" name="Google Shape;23;p6"/>
          <p:cNvSpPr txBox="1"/>
          <p:nvPr>
            <p:ph type="title"/>
          </p:nvPr>
        </p:nvSpPr>
        <p:spPr>
          <a:xfrm>
            <a:off x="115775" y="190500"/>
            <a:ext cx="8934600" cy="825600"/>
          </a:xfrm>
          <a:prstGeom prst="rect">
            <a:avLst/>
          </a:prstGeom>
          <a:noFill/>
          <a:ln>
            <a:noFill/>
          </a:ln>
        </p:spPr>
        <p:txBody>
          <a:bodyPr anchorCtr="0" anchor="ctr" bIns="45675" lIns="45675" spcFirstLastPara="1" rIns="45675" wrap="square" tIns="45675">
            <a:normAutofit/>
          </a:bodyPr>
          <a:lstStyle>
            <a:lvl1pPr lvl="0" algn="l">
              <a:lnSpc>
                <a:spcPct val="100000"/>
              </a:lnSpc>
              <a:spcBef>
                <a:spcPts val="0"/>
              </a:spcBef>
              <a:spcAft>
                <a:spcPts val="0"/>
              </a:spcAft>
              <a:buClr>
                <a:srgbClr val="775F55"/>
              </a:buClr>
              <a:buSzPts val="1800"/>
              <a:buNone/>
              <a:defRPr/>
            </a:lvl1pPr>
            <a:lvl2pPr lvl="1" algn="l">
              <a:lnSpc>
                <a:spcPct val="100000"/>
              </a:lnSpc>
              <a:spcBef>
                <a:spcPts val="0"/>
              </a:spcBef>
              <a:spcAft>
                <a:spcPts val="0"/>
              </a:spcAft>
              <a:buClr>
                <a:srgbClr val="775F55"/>
              </a:buClr>
              <a:buSzPts val="1800"/>
              <a:buNone/>
              <a:defRPr/>
            </a:lvl2pPr>
            <a:lvl3pPr lvl="2" algn="l">
              <a:lnSpc>
                <a:spcPct val="100000"/>
              </a:lnSpc>
              <a:spcBef>
                <a:spcPts val="0"/>
              </a:spcBef>
              <a:spcAft>
                <a:spcPts val="0"/>
              </a:spcAft>
              <a:buClr>
                <a:srgbClr val="775F55"/>
              </a:buClr>
              <a:buSzPts val="1800"/>
              <a:buNone/>
              <a:defRPr/>
            </a:lvl3pPr>
            <a:lvl4pPr lvl="3" algn="l">
              <a:lnSpc>
                <a:spcPct val="100000"/>
              </a:lnSpc>
              <a:spcBef>
                <a:spcPts val="0"/>
              </a:spcBef>
              <a:spcAft>
                <a:spcPts val="0"/>
              </a:spcAft>
              <a:buClr>
                <a:srgbClr val="775F55"/>
              </a:buClr>
              <a:buSzPts val="1800"/>
              <a:buNone/>
              <a:defRPr/>
            </a:lvl4pPr>
            <a:lvl5pPr lvl="4" algn="l">
              <a:lnSpc>
                <a:spcPct val="100000"/>
              </a:lnSpc>
              <a:spcBef>
                <a:spcPts val="0"/>
              </a:spcBef>
              <a:spcAft>
                <a:spcPts val="0"/>
              </a:spcAft>
              <a:buClr>
                <a:srgbClr val="775F55"/>
              </a:buClr>
              <a:buSzPts val="1800"/>
              <a:buNone/>
              <a:defRPr/>
            </a:lvl5pPr>
            <a:lvl6pPr lvl="5" algn="l">
              <a:lnSpc>
                <a:spcPct val="100000"/>
              </a:lnSpc>
              <a:spcBef>
                <a:spcPts val="0"/>
              </a:spcBef>
              <a:spcAft>
                <a:spcPts val="0"/>
              </a:spcAft>
              <a:buClr>
                <a:srgbClr val="775F55"/>
              </a:buClr>
              <a:buSzPts val="1800"/>
              <a:buNone/>
              <a:defRPr/>
            </a:lvl6pPr>
            <a:lvl7pPr lvl="6" algn="l">
              <a:lnSpc>
                <a:spcPct val="100000"/>
              </a:lnSpc>
              <a:spcBef>
                <a:spcPts val="0"/>
              </a:spcBef>
              <a:spcAft>
                <a:spcPts val="0"/>
              </a:spcAft>
              <a:buClr>
                <a:srgbClr val="775F55"/>
              </a:buClr>
              <a:buSzPts val="1800"/>
              <a:buNone/>
              <a:defRPr/>
            </a:lvl7pPr>
            <a:lvl8pPr lvl="7" algn="l">
              <a:lnSpc>
                <a:spcPct val="100000"/>
              </a:lnSpc>
              <a:spcBef>
                <a:spcPts val="0"/>
              </a:spcBef>
              <a:spcAft>
                <a:spcPts val="0"/>
              </a:spcAft>
              <a:buClr>
                <a:srgbClr val="775F55"/>
              </a:buClr>
              <a:buSzPts val="1800"/>
              <a:buNone/>
              <a:defRPr/>
            </a:lvl8pPr>
            <a:lvl9pPr lvl="8" algn="l">
              <a:lnSpc>
                <a:spcPct val="100000"/>
              </a:lnSpc>
              <a:spcBef>
                <a:spcPts val="0"/>
              </a:spcBef>
              <a:spcAft>
                <a:spcPts val="0"/>
              </a:spcAft>
              <a:buClr>
                <a:srgbClr val="775F55"/>
              </a:buClr>
              <a:buSzPts val="1800"/>
              <a:buNone/>
              <a:defRPr/>
            </a:lvl9pPr>
          </a:lstStyle>
          <a:p/>
        </p:txBody>
      </p:sp>
      <p:sp>
        <p:nvSpPr>
          <p:cNvPr id="24" name="Google Shape;24;p6"/>
          <p:cNvSpPr txBox="1"/>
          <p:nvPr>
            <p:ph idx="1" type="body"/>
          </p:nvPr>
        </p:nvSpPr>
        <p:spPr>
          <a:xfrm>
            <a:off x="612648" y="1264100"/>
            <a:ext cx="8153400" cy="3746700"/>
          </a:xfrm>
          <a:prstGeom prst="rect">
            <a:avLst/>
          </a:prstGeom>
          <a:noFill/>
          <a:ln>
            <a:noFill/>
          </a:ln>
        </p:spPr>
        <p:txBody>
          <a:bodyPr anchorCtr="0" anchor="t" bIns="45675" lIns="45675" spcFirstLastPara="1" rIns="45675" wrap="square" tIns="45675">
            <a:normAutofit/>
          </a:bodyPr>
          <a:lstStyle>
            <a:lvl1pPr indent="-381000" lvl="0" marL="457200" algn="l">
              <a:lnSpc>
                <a:spcPct val="100000"/>
              </a:lnSpc>
              <a:spcBef>
                <a:spcPts val="700"/>
              </a:spcBef>
              <a:spcAft>
                <a:spcPts val="0"/>
              </a:spcAft>
              <a:buSzPts val="2400"/>
              <a:buChar char="◻"/>
              <a:defRPr/>
            </a:lvl1pPr>
            <a:lvl2pPr indent="-381000" lvl="1" marL="914400" algn="l">
              <a:lnSpc>
                <a:spcPct val="100000"/>
              </a:lnSpc>
              <a:spcBef>
                <a:spcPts val="700"/>
              </a:spcBef>
              <a:spcAft>
                <a:spcPts val="0"/>
              </a:spcAft>
              <a:buSzPts val="2400"/>
              <a:buChar char="?"/>
              <a:defRPr/>
            </a:lvl2pPr>
            <a:lvl3pPr indent="-381000" lvl="2" marL="1371600" algn="l">
              <a:lnSpc>
                <a:spcPct val="100000"/>
              </a:lnSpc>
              <a:spcBef>
                <a:spcPts val="700"/>
              </a:spcBef>
              <a:spcAft>
                <a:spcPts val="0"/>
              </a:spcAft>
              <a:buSzPts val="2400"/>
              <a:buChar char="■"/>
              <a:defRPr/>
            </a:lvl3pPr>
            <a:lvl4pPr indent="-381000" lvl="3" marL="1828800" algn="l">
              <a:lnSpc>
                <a:spcPct val="100000"/>
              </a:lnSpc>
              <a:spcBef>
                <a:spcPts val="700"/>
              </a:spcBef>
              <a:spcAft>
                <a:spcPts val="0"/>
              </a:spcAft>
              <a:buSzPts val="2400"/>
              <a:buChar char="■"/>
              <a:defRPr/>
            </a:lvl4pPr>
            <a:lvl5pPr indent="-381000" lvl="4" marL="2286000" algn="l">
              <a:lnSpc>
                <a:spcPct val="100000"/>
              </a:lnSpc>
              <a:spcBef>
                <a:spcPts val="700"/>
              </a:spcBef>
              <a:spcAft>
                <a:spcPts val="0"/>
              </a:spcAft>
              <a:buSzPts val="2400"/>
              <a:buChar char="■"/>
              <a:defRPr/>
            </a:lvl5pPr>
            <a:lvl6pPr indent="-381000" lvl="5" marL="2743200" algn="l">
              <a:lnSpc>
                <a:spcPct val="100000"/>
              </a:lnSpc>
              <a:spcBef>
                <a:spcPts val="700"/>
              </a:spcBef>
              <a:spcAft>
                <a:spcPts val="0"/>
              </a:spcAft>
              <a:buSzPts val="2400"/>
              <a:buChar char="▪"/>
              <a:defRPr/>
            </a:lvl6pPr>
            <a:lvl7pPr indent="-381000" lvl="6" marL="3200400" algn="l">
              <a:lnSpc>
                <a:spcPct val="100000"/>
              </a:lnSpc>
              <a:spcBef>
                <a:spcPts val="700"/>
              </a:spcBef>
              <a:spcAft>
                <a:spcPts val="0"/>
              </a:spcAft>
              <a:buSzPts val="2400"/>
              <a:buChar char="▪"/>
              <a:defRPr/>
            </a:lvl7pPr>
            <a:lvl8pPr indent="-381000" lvl="7" marL="3657600" algn="l">
              <a:lnSpc>
                <a:spcPct val="100000"/>
              </a:lnSpc>
              <a:spcBef>
                <a:spcPts val="700"/>
              </a:spcBef>
              <a:spcAft>
                <a:spcPts val="0"/>
              </a:spcAft>
              <a:buSzPts val="2400"/>
              <a:buChar char="▪"/>
              <a:defRPr/>
            </a:lvl8pPr>
            <a:lvl9pPr indent="-381000" lvl="8" marL="4114800" algn="l">
              <a:lnSpc>
                <a:spcPct val="100000"/>
              </a:lnSpc>
              <a:spcBef>
                <a:spcPts val="700"/>
              </a:spcBef>
              <a:spcAft>
                <a:spcPts val="0"/>
              </a:spcAft>
              <a:buSzPts val="2400"/>
              <a:buChar char="▪"/>
              <a:defRPr/>
            </a:lvl9pPr>
          </a:lstStyle>
          <a:p/>
        </p:txBody>
      </p:sp>
      <p:sp>
        <p:nvSpPr>
          <p:cNvPr id="25" name="Google Shape;25;p6"/>
          <p:cNvSpPr txBox="1"/>
          <p:nvPr>
            <p:ph idx="12" type="sldNum"/>
          </p:nvPr>
        </p:nvSpPr>
        <p:spPr>
          <a:xfrm>
            <a:off x="115766" y="1007855"/>
            <a:ext cx="301868" cy="307301"/>
          </a:xfrm>
          <a:prstGeom prst="rect">
            <a:avLst/>
          </a:prstGeom>
          <a:noFill/>
          <a:ln>
            <a:noFill/>
          </a:ln>
        </p:spPr>
        <p:txBody>
          <a:bodyPr anchorCtr="0" anchor="ctr" bIns="45675" lIns="45675" spcFirstLastPara="1" rIns="45675" wrap="square" tIns="45675">
            <a:normAutofit/>
          </a:bodyPr>
          <a:lstStyle>
            <a:lvl1pPr indent="0" lvl="0"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WITH_IMAGE">
  <p:cSld name="OBJECT_1_1">
    <p:spTree>
      <p:nvGrpSpPr>
        <p:cNvPr id="26" name="Shape 26"/>
        <p:cNvGrpSpPr/>
        <p:nvPr/>
      </p:nvGrpSpPr>
      <p:grpSpPr>
        <a:xfrm>
          <a:off x="0" y="0"/>
          <a:ext cx="0" cy="0"/>
          <a:chOff x="0" y="0"/>
          <a:chExt cx="0" cy="0"/>
        </a:xfrm>
      </p:grpSpPr>
      <p:sp>
        <p:nvSpPr>
          <p:cNvPr id="27" name="Google Shape;27;g390d23ce4df_0_23"/>
          <p:cNvSpPr txBox="1"/>
          <p:nvPr>
            <p:ph type="title"/>
          </p:nvPr>
        </p:nvSpPr>
        <p:spPr>
          <a:xfrm>
            <a:off x="115775" y="190500"/>
            <a:ext cx="8934600" cy="825600"/>
          </a:xfrm>
          <a:prstGeom prst="rect">
            <a:avLst/>
          </a:prstGeom>
          <a:noFill/>
          <a:ln>
            <a:noFill/>
          </a:ln>
        </p:spPr>
        <p:txBody>
          <a:bodyPr anchorCtr="0" anchor="ctr" bIns="45675" lIns="45675" spcFirstLastPara="1" rIns="45675" wrap="square" tIns="45675">
            <a:normAutofit/>
          </a:bodyPr>
          <a:lstStyle>
            <a:lvl1pPr lvl="0" algn="l">
              <a:lnSpc>
                <a:spcPct val="100000"/>
              </a:lnSpc>
              <a:spcBef>
                <a:spcPts val="0"/>
              </a:spcBef>
              <a:spcAft>
                <a:spcPts val="0"/>
              </a:spcAft>
              <a:buClr>
                <a:srgbClr val="775F55"/>
              </a:buClr>
              <a:buSzPts val="1800"/>
              <a:buNone/>
              <a:defRPr/>
            </a:lvl1pPr>
            <a:lvl2pPr lvl="1" algn="l">
              <a:lnSpc>
                <a:spcPct val="100000"/>
              </a:lnSpc>
              <a:spcBef>
                <a:spcPts val="0"/>
              </a:spcBef>
              <a:spcAft>
                <a:spcPts val="0"/>
              </a:spcAft>
              <a:buClr>
                <a:srgbClr val="775F55"/>
              </a:buClr>
              <a:buSzPts val="1800"/>
              <a:buNone/>
              <a:defRPr/>
            </a:lvl2pPr>
            <a:lvl3pPr lvl="2" algn="l">
              <a:lnSpc>
                <a:spcPct val="100000"/>
              </a:lnSpc>
              <a:spcBef>
                <a:spcPts val="0"/>
              </a:spcBef>
              <a:spcAft>
                <a:spcPts val="0"/>
              </a:spcAft>
              <a:buClr>
                <a:srgbClr val="775F55"/>
              </a:buClr>
              <a:buSzPts val="1800"/>
              <a:buNone/>
              <a:defRPr/>
            </a:lvl3pPr>
            <a:lvl4pPr lvl="3" algn="l">
              <a:lnSpc>
                <a:spcPct val="100000"/>
              </a:lnSpc>
              <a:spcBef>
                <a:spcPts val="0"/>
              </a:spcBef>
              <a:spcAft>
                <a:spcPts val="0"/>
              </a:spcAft>
              <a:buClr>
                <a:srgbClr val="775F55"/>
              </a:buClr>
              <a:buSzPts val="1800"/>
              <a:buNone/>
              <a:defRPr/>
            </a:lvl4pPr>
            <a:lvl5pPr lvl="4" algn="l">
              <a:lnSpc>
                <a:spcPct val="100000"/>
              </a:lnSpc>
              <a:spcBef>
                <a:spcPts val="0"/>
              </a:spcBef>
              <a:spcAft>
                <a:spcPts val="0"/>
              </a:spcAft>
              <a:buClr>
                <a:srgbClr val="775F55"/>
              </a:buClr>
              <a:buSzPts val="1800"/>
              <a:buNone/>
              <a:defRPr/>
            </a:lvl5pPr>
            <a:lvl6pPr lvl="5" algn="l">
              <a:lnSpc>
                <a:spcPct val="100000"/>
              </a:lnSpc>
              <a:spcBef>
                <a:spcPts val="0"/>
              </a:spcBef>
              <a:spcAft>
                <a:spcPts val="0"/>
              </a:spcAft>
              <a:buClr>
                <a:srgbClr val="775F55"/>
              </a:buClr>
              <a:buSzPts val="1800"/>
              <a:buNone/>
              <a:defRPr/>
            </a:lvl6pPr>
            <a:lvl7pPr lvl="6" algn="l">
              <a:lnSpc>
                <a:spcPct val="100000"/>
              </a:lnSpc>
              <a:spcBef>
                <a:spcPts val="0"/>
              </a:spcBef>
              <a:spcAft>
                <a:spcPts val="0"/>
              </a:spcAft>
              <a:buClr>
                <a:srgbClr val="775F55"/>
              </a:buClr>
              <a:buSzPts val="1800"/>
              <a:buNone/>
              <a:defRPr/>
            </a:lvl7pPr>
            <a:lvl8pPr lvl="7" algn="l">
              <a:lnSpc>
                <a:spcPct val="100000"/>
              </a:lnSpc>
              <a:spcBef>
                <a:spcPts val="0"/>
              </a:spcBef>
              <a:spcAft>
                <a:spcPts val="0"/>
              </a:spcAft>
              <a:buClr>
                <a:srgbClr val="775F55"/>
              </a:buClr>
              <a:buSzPts val="1800"/>
              <a:buNone/>
              <a:defRPr/>
            </a:lvl8pPr>
            <a:lvl9pPr lvl="8" algn="l">
              <a:lnSpc>
                <a:spcPct val="100000"/>
              </a:lnSpc>
              <a:spcBef>
                <a:spcPts val="0"/>
              </a:spcBef>
              <a:spcAft>
                <a:spcPts val="0"/>
              </a:spcAft>
              <a:buClr>
                <a:srgbClr val="775F55"/>
              </a:buClr>
              <a:buSzPts val="1800"/>
              <a:buNone/>
              <a:defRPr/>
            </a:lvl9pPr>
          </a:lstStyle>
          <a:p/>
        </p:txBody>
      </p:sp>
      <p:sp>
        <p:nvSpPr>
          <p:cNvPr id="28" name="Google Shape;28;g390d23ce4df_0_23"/>
          <p:cNvSpPr txBox="1"/>
          <p:nvPr>
            <p:ph idx="1" type="body"/>
          </p:nvPr>
        </p:nvSpPr>
        <p:spPr>
          <a:xfrm>
            <a:off x="612650" y="1264100"/>
            <a:ext cx="3721800" cy="3746700"/>
          </a:xfrm>
          <a:prstGeom prst="rect">
            <a:avLst/>
          </a:prstGeom>
          <a:noFill/>
          <a:ln>
            <a:noFill/>
          </a:ln>
        </p:spPr>
        <p:txBody>
          <a:bodyPr anchorCtr="0" anchor="t" bIns="45675" lIns="45675" spcFirstLastPara="1" rIns="45675" wrap="square" tIns="45675">
            <a:normAutofit/>
          </a:bodyPr>
          <a:lstStyle>
            <a:lvl1pPr indent="-381000" lvl="0" marL="457200" algn="l">
              <a:lnSpc>
                <a:spcPct val="100000"/>
              </a:lnSpc>
              <a:spcBef>
                <a:spcPts val="700"/>
              </a:spcBef>
              <a:spcAft>
                <a:spcPts val="0"/>
              </a:spcAft>
              <a:buSzPts val="2400"/>
              <a:buChar char="◻"/>
              <a:defRPr/>
            </a:lvl1pPr>
            <a:lvl2pPr indent="-381000" lvl="1" marL="914400" algn="l">
              <a:lnSpc>
                <a:spcPct val="100000"/>
              </a:lnSpc>
              <a:spcBef>
                <a:spcPts val="700"/>
              </a:spcBef>
              <a:spcAft>
                <a:spcPts val="0"/>
              </a:spcAft>
              <a:buSzPts val="2400"/>
              <a:buChar char="?"/>
              <a:defRPr/>
            </a:lvl2pPr>
            <a:lvl3pPr indent="-381000" lvl="2" marL="1371600" algn="l">
              <a:lnSpc>
                <a:spcPct val="100000"/>
              </a:lnSpc>
              <a:spcBef>
                <a:spcPts val="700"/>
              </a:spcBef>
              <a:spcAft>
                <a:spcPts val="0"/>
              </a:spcAft>
              <a:buSzPts val="2400"/>
              <a:buChar char="■"/>
              <a:defRPr/>
            </a:lvl3pPr>
            <a:lvl4pPr indent="-381000" lvl="3" marL="1828800" algn="l">
              <a:lnSpc>
                <a:spcPct val="100000"/>
              </a:lnSpc>
              <a:spcBef>
                <a:spcPts val="700"/>
              </a:spcBef>
              <a:spcAft>
                <a:spcPts val="0"/>
              </a:spcAft>
              <a:buSzPts val="2400"/>
              <a:buChar char="■"/>
              <a:defRPr/>
            </a:lvl4pPr>
            <a:lvl5pPr indent="-381000" lvl="4" marL="2286000" algn="l">
              <a:lnSpc>
                <a:spcPct val="100000"/>
              </a:lnSpc>
              <a:spcBef>
                <a:spcPts val="700"/>
              </a:spcBef>
              <a:spcAft>
                <a:spcPts val="0"/>
              </a:spcAft>
              <a:buSzPts val="2400"/>
              <a:buChar char="■"/>
              <a:defRPr/>
            </a:lvl5pPr>
            <a:lvl6pPr indent="-381000" lvl="5" marL="2743200" algn="l">
              <a:lnSpc>
                <a:spcPct val="100000"/>
              </a:lnSpc>
              <a:spcBef>
                <a:spcPts val="700"/>
              </a:spcBef>
              <a:spcAft>
                <a:spcPts val="0"/>
              </a:spcAft>
              <a:buSzPts val="2400"/>
              <a:buChar char="▪"/>
              <a:defRPr/>
            </a:lvl6pPr>
            <a:lvl7pPr indent="-381000" lvl="6" marL="3200400" algn="l">
              <a:lnSpc>
                <a:spcPct val="100000"/>
              </a:lnSpc>
              <a:spcBef>
                <a:spcPts val="700"/>
              </a:spcBef>
              <a:spcAft>
                <a:spcPts val="0"/>
              </a:spcAft>
              <a:buSzPts val="2400"/>
              <a:buChar char="▪"/>
              <a:defRPr/>
            </a:lvl7pPr>
            <a:lvl8pPr indent="-381000" lvl="7" marL="3657600" algn="l">
              <a:lnSpc>
                <a:spcPct val="100000"/>
              </a:lnSpc>
              <a:spcBef>
                <a:spcPts val="700"/>
              </a:spcBef>
              <a:spcAft>
                <a:spcPts val="0"/>
              </a:spcAft>
              <a:buSzPts val="2400"/>
              <a:buChar char="▪"/>
              <a:defRPr/>
            </a:lvl8pPr>
            <a:lvl9pPr indent="-381000" lvl="8" marL="4114800" algn="l">
              <a:lnSpc>
                <a:spcPct val="100000"/>
              </a:lnSpc>
              <a:spcBef>
                <a:spcPts val="700"/>
              </a:spcBef>
              <a:spcAft>
                <a:spcPts val="0"/>
              </a:spcAft>
              <a:buSzPts val="2400"/>
              <a:buChar char="▪"/>
              <a:defRPr/>
            </a:lvl9pPr>
          </a:lstStyle>
          <a:p/>
        </p:txBody>
      </p:sp>
      <p:sp>
        <p:nvSpPr>
          <p:cNvPr id="29" name="Google Shape;29;g390d23ce4df_0_23"/>
          <p:cNvSpPr txBox="1"/>
          <p:nvPr>
            <p:ph idx="12" type="sldNum"/>
          </p:nvPr>
        </p:nvSpPr>
        <p:spPr>
          <a:xfrm>
            <a:off x="115766" y="1007855"/>
            <a:ext cx="301800" cy="307200"/>
          </a:xfrm>
          <a:prstGeom prst="rect">
            <a:avLst/>
          </a:prstGeom>
          <a:noFill/>
          <a:ln>
            <a:noFill/>
          </a:ln>
        </p:spPr>
        <p:txBody>
          <a:bodyPr anchorCtr="0" anchor="ctr" bIns="45675" lIns="45675" spcFirstLastPara="1" rIns="45675" wrap="square" tIns="45675">
            <a:normAutofit/>
          </a:bodyPr>
          <a:lstStyle>
            <a:lvl1pPr indent="0" lvl="0"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_MESSAGE">
  <p:cSld name="CUSTOM">
    <p:spTree>
      <p:nvGrpSpPr>
        <p:cNvPr id="30" name="Shape 30"/>
        <p:cNvGrpSpPr/>
        <p:nvPr/>
      </p:nvGrpSpPr>
      <p:grpSpPr>
        <a:xfrm>
          <a:off x="0" y="0"/>
          <a:ext cx="0" cy="0"/>
          <a:chOff x="0" y="0"/>
          <a:chExt cx="0" cy="0"/>
        </a:xfrm>
      </p:grpSpPr>
      <p:sp>
        <p:nvSpPr>
          <p:cNvPr id="31" name="Google Shape;31;g390d23ce4df_0_4"/>
          <p:cNvSpPr txBox="1"/>
          <p:nvPr>
            <p:ph type="title"/>
          </p:nvPr>
        </p:nvSpPr>
        <p:spPr>
          <a:xfrm>
            <a:off x="115775" y="190500"/>
            <a:ext cx="8934600" cy="825600"/>
          </a:xfrm>
          <a:prstGeom prst="rect">
            <a:avLst/>
          </a:prstGeom>
        </p:spPr>
        <p:txBody>
          <a:bodyPr anchorCtr="0" anchor="t" bIns="45675" lIns="45675" spcFirstLastPara="1" rIns="45675" wrap="square" tIns="4567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g390d23ce4df_0_4"/>
          <p:cNvSpPr txBox="1"/>
          <p:nvPr/>
        </p:nvSpPr>
        <p:spPr>
          <a:xfrm>
            <a:off x="570150" y="1586650"/>
            <a:ext cx="7691700" cy="187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3600">
              <a:latin typeface="Twentieth Century"/>
              <a:ea typeface="Twentieth Century"/>
              <a:cs typeface="Twentieth Century"/>
              <a:sym typeface="Twentieth Century"/>
            </a:endParaRPr>
          </a:p>
        </p:txBody>
      </p:sp>
      <p:sp>
        <p:nvSpPr>
          <p:cNvPr id="33" name="Google Shape;33;g390d23ce4df_0_4"/>
          <p:cNvSpPr txBox="1"/>
          <p:nvPr/>
        </p:nvSpPr>
        <p:spPr>
          <a:xfrm>
            <a:off x="1882025" y="3802075"/>
            <a:ext cx="4847700" cy="11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Twentieth Century"/>
              <a:ea typeface="Twentieth Century"/>
              <a:cs typeface="Twentieth Century"/>
              <a:sym typeface="Twentieth Century"/>
            </a:endParaRPr>
          </a:p>
        </p:txBody>
      </p:sp>
      <p:sp>
        <p:nvSpPr>
          <p:cNvPr id="34" name="Google Shape;34;g390d23ce4df_0_4"/>
          <p:cNvSpPr txBox="1"/>
          <p:nvPr/>
        </p:nvSpPr>
        <p:spPr>
          <a:xfrm>
            <a:off x="1333950" y="4023350"/>
            <a:ext cx="5798400" cy="90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latin typeface="Twentieth Century"/>
              <a:ea typeface="Twentieth Century"/>
              <a:cs typeface="Twentieth Century"/>
              <a:sym typeface="Twentieth Century"/>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COLUMN_CONTENT">
  <p:cSld name="OBJECT_1_2">
    <p:spTree>
      <p:nvGrpSpPr>
        <p:cNvPr id="35" name="Shape 35"/>
        <p:cNvGrpSpPr/>
        <p:nvPr/>
      </p:nvGrpSpPr>
      <p:grpSpPr>
        <a:xfrm>
          <a:off x="0" y="0"/>
          <a:ext cx="0" cy="0"/>
          <a:chOff x="0" y="0"/>
          <a:chExt cx="0" cy="0"/>
        </a:xfrm>
      </p:grpSpPr>
      <p:sp>
        <p:nvSpPr>
          <p:cNvPr id="36" name="Google Shape;36;g390d23ce4df_0_33"/>
          <p:cNvSpPr txBox="1"/>
          <p:nvPr>
            <p:ph type="title"/>
          </p:nvPr>
        </p:nvSpPr>
        <p:spPr>
          <a:xfrm>
            <a:off x="115775" y="190500"/>
            <a:ext cx="8934600" cy="825600"/>
          </a:xfrm>
          <a:prstGeom prst="rect">
            <a:avLst/>
          </a:prstGeom>
          <a:noFill/>
          <a:ln>
            <a:noFill/>
          </a:ln>
        </p:spPr>
        <p:txBody>
          <a:bodyPr anchorCtr="0" anchor="ctr" bIns="45675" lIns="45675" spcFirstLastPara="1" rIns="45675" wrap="square" tIns="45675">
            <a:normAutofit/>
          </a:bodyPr>
          <a:lstStyle>
            <a:lvl1pPr lvl="0" algn="l">
              <a:lnSpc>
                <a:spcPct val="100000"/>
              </a:lnSpc>
              <a:spcBef>
                <a:spcPts val="0"/>
              </a:spcBef>
              <a:spcAft>
                <a:spcPts val="0"/>
              </a:spcAft>
              <a:buClr>
                <a:srgbClr val="775F55"/>
              </a:buClr>
              <a:buSzPts val="1800"/>
              <a:buNone/>
              <a:defRPr/>
            </a:lvl1pPr>
            <a:lvl2pPr lvl="1" algn="l">
              <a:lnSpc>
                <a:spcPct val="100000"/>
              </a:lnSpc>
              <a:spcBef>
                <a:spcPts val="0"/>
              </a:spcBef>
              <a:spcAft>
                <a:spcPts val="0"/>
              </a:spcAft>
              <a:buClr>
                <a:srgbClr val="775F55"/>
              </a:buClr>
              <a:buSzPts val="1800"/>
              <a:buNone/>
              <a:defRPr/>
            </a:lvl2pPr>
            <a:lvl3pPr lvl="2" algn="l">
              <a:lnSpc>
                <a:spcPct val="100000"/>
              </a:lnSpc>
              <a:spcBef>
                <a:spcPts val="0"/>
              </a:spcBef>
              <a:spcAft>
                <a:spcPts val="0"/>
              </a:spcAft>
              <a:buClr>
                <a:srgbClr val="775F55"/>
              </a:buClr>
              <a:buSzPts val="1800"/>
              <a:buNone/>
              <a:defRPr/>
            </a:lvl3pPr>
            <a:lvl4pPr lvl="3" algn="l">
              <a:lnSpc>
                <a:spcPct val="100000"/>
              </a:lnSpc>
              <a:spcBef>
                <a:spcPts val="0"/>
              </a:spcBef>
              <a:spcAft>
                <a:spcPts val="0"/>
              </a:spcAft>
              <a:buClr>
                <a:srgbClr val="775F55"/>
              </a:buClr>
              <a:buSzPts val="1800"/>
              <a:buNone/>
              <a:defRPr/>
            </a:lvl4pPr>
            <a:lvl5pPr lvl="4" algn="l">
              <a:lnSpc>
                <a:spcPct val="100000"/>
              </a:lnSpc>
              <a:spcBef>
                <a:spcPts val="0"/>
              </a:spcBef>
              <a:spcAft>
                <a:spcPts val="0"/>
              </a:spcAft>
              <a:buClr>
                <a:srgbClr val="775F55"/>
              </a:buClr>
              <a:buSzPts val="1800"/>
              <a:buNone/>
              <a:defRPr/>
            </a:lvl5pPr>
            <a:lvl6pPr lvl="5" algn="l">
              <a:lnSpc>
                <a:spcPct val="100000"/>
              </a:lnSpc>
              <a:spcBef>
                <a:spcPts val="0"/>
              </a:spcBef>
              <a:spcAft>
                <a:spcPts val="0"/>
              </a:spcAft>
              <a:buClr>
                <a:srgbClr val="775F55"/>
              </a:buClr>
              <a:buSzPts val="1800"/>
              <a:buNone/>
              <a:defRPr/>
            </a:lvl6pPr>
            <a:lvl7pPr lvl="6" algn="l">
              <a:lnSpc>
                <a:spcPct val="100000"/>
              </a:lnSpc>
              <a:spcBef>
                <a:spcPts val="0"/>
              </a:spcBef>
              <a:spcAft>
                <a:spcPts val="0"/>
              </a:spcAft>
              <a:buClr>
                <a:srgbClr val="775F55"/>
              </a:buClr>
              <a:buSzPts val="1800"/>
              <a:buNone/>
              <a:defRPr/>
            </a:lvl7pPr>
            <a:lvl8pPr lvl="7" algn="l">
              <a:lnSpc>
                <a:spcPct val="100000"/>
              </a:lnSpc>
              <a:spcBef>
                <a:spcPts val="0"/>
              </a:spcBef>
              <a:spcAft>
                <a:spcPts val="0"/>
              </a:spcAft>
              <a:buClr>
                <a:srgbClr val="775F55"/>
              </a:buClr>
              <a:buSzPts val="1800"/>
              <a:buNone/>
              <a:defRPr/>
            </a:lvl8pPr>
            <a:lvl9pPr lvl="8" algn="l">
              <a:lnSpc>
                <a:spcPct val="100000"/>
              </a:lnSpc>
              <a:spcBef>
                <a:spcPts val="0"/>
              </a:spcBef>
              <a:spcAft>
                <a:spcPts val="0"/>
              </a:spcAft>
              <a:buClr>
                <a:srgbClr val="775F55"/>
              </a:buClr>
              <a:buSzPts val="1800"/>
              <a:buNone/>
              <a:defRPr/>
            </a:lvl9pPr>
          </a:lstStyle>
          <a:p/>
        </p:txBody>
      </p:sp>
      <p:sp>
        <p:nvSpPr>
          <p:cNvPr id="37" name="Google Shape;37;g390d23ce4df_0_33"/>
          <p:cNvSpPr txBox="1"/>
          <p:nvPr>
            <p:ph idx="1" type="body"/>
          </p:nvPr>
        </p:nvSpPr>
        <p:spPr>
          <a:xfrm>
            <a:off x="612650" y="1264100"/>
            <a:ext cx="3721800" cy="3746700"/>
          </a:xfrm>
          <a:prstGeom prst="rect">
            <a:avLst/>
          </a:prstGeom>
          <a:noFill/>
          <a:ln>
            <a:noFill/>
          </a:ln>
        </p:spPr>
        <p:txBody>
          <a:bodyPr anchorCtr="0" anchor="t" bIns="45675" lIns="45675" spcFirstLastPara="1" rIns="45675" wrap="square" tIns="45675">
            <a:normAutofit/>
          </a:bodyPr>
          <a:lstStyle>
            <a:lvl1pPr indent="-381000" lvl="0" marL="457200" algn="l">
              <a:lnSpc>
                <a:spcPct val="100000"/>
              </a:lnSpc>
              <a:spcBef>
                <a:spcPts val="700"/>
              </a:spcBef>
              <a:spcAft>
                <a:spcPts val="0"/>
              </a:spcAft>
              <a:buSzPts val="2400"/>
              <a:buChar char="◻"/>
              <a:defRPr/>
            </a:lvl1pPr>
            <a:lvl2pPr indent="-381000" lvl="1" marL="914400" algn="l">
              <a:lnSpc>
                <a:spcPct val="100000"/>
              </a:lnSpc>
              <a:spcBef>
                <a:spcPts val="700"/>
              </a:spcBef>
              <a:spcAft>
                <a:spcPts val="0"/>
              </a:spcAft>
              <a:buSzPts val="2400"/>
              <a:buChar char="?"/>
              <a:defRPr/>
            </a:lvl2pPr>
            <a:lvl3pPr indent="-381000" lvl="2" marL="1371600" algn="l">
              <a:lnSpc>
                <a:spcPct val="100000"/>
              </a:lnSpc>
              <a:spcBef>
                <a:spcPts val="700"/>
              </a:spcBef>
              <a:spcAft>
                <a:spcPts val="0"/>
              </a:spcAft>
              <a:buSzPts val="2400"/>
              <a:buChar char="■"/>
              <a:defRPr/>
            </a:lvl3pPr>
            <a:lvl4pPr indent="-381000" lvl="3" marL="1828800" algn="l">
              <a:lnSpc>
                <a:spcPct val="100000"/>
              </a:lnSpc>
              <a:spcBef>
                <a:spcPts val="700"/>
              </a:spcBef>
              <a:spcAft>
                <a:spcPts val="0"/>
              </a:spcAft>
              <a:buSzPts val="2400"/>
              <a:buChar char="■"/>
              <a:defRPr/>
            </a:lvl4pPr>
            <a:lvl5pPr indent="-381000" lvl="4" marL="2286000" algn="l">
              <a:lnSpc>
                <a:spcPct val="100000"/>
              </a:lnSpc>
              <a:spcBef>
                <a:spcPts val="700"/>
              </a:spcBef>
              <a:spcAft>
                <a:spcPts val="0"/>
              </a:spcAft>
              <a:buSzPts val="2400"/>
              <a:buChar char="■"/>
              <a:defRPr/>
            </a:lvl5pPr>
            <a:lvl6pPr indent="-381000" lvl="5" marL="2743200" algn="l">
              <a:lnSpc>
                <a:spcPct val="100000"/>
              </a:lnSpc>
              <a:spcBef>
                <a:spcPts val="700"/>
              </a:spcBef>
              <a:spcAft>
                <a:spcPts val="0"/>
              </a:spcAft>
              <a:buSzPts val="2400"/>
              <a:buChar char="▪"/>
              <a:defRPr/>
            </a:lvl6pPr>
            <a:lvl7pPr indent="-381000" lvl="6" marL="3200400" algn="l">
              <a:lnSpc>
                <a:spcPct val="100000"/>
              </a:lnSpc>
              <a:spcBef>
                <a:spcPts val="700"/>
              </a:spcBef>
              <a:spcAft>
                <a:spcPts val="0"/>
              </a:spcAft>
              <a:buSzPts val="2400"/>
              <a:buChar char="▪"/>
              <a:defRPr/>
            </a:lvl7pPr>
            <a:lvl8pPr indent="-381000" lvl="7" marL="3657600" algn="l">
              <a:lnSpc>
                <a:spcPct val="100000"/>
              </a:lnSpc>
              <a:spcBef>
                <a:spcPts val="700"/>
              </a:spcBef>
              <a:spcAft>
                <a:spcPts val="0"/>
              </a:spcAft>
              <a:buSzPts val="2400"/>
              <a:buChar char="▪"/>
              <a:defRPr/>
            </a:lvl8pPr>
            <a:lvl9pPr indent="-381000" lvl="8" marL="4114800" algn="l">
              <a:lnSpc>
                <a:spcPct val="100000"/>
              </a:lnSpc>
              <a:spcBef>
                <a:spcPts val="700"/>
              </a:spcBef>
              <a:spcAft>
                <a:spcPts val="0"/>
              </a:spcAft>
              <a:buSzPts val="2400"/>
              <a:buChar char="▪"/>
              <a:defRPr/>
            </a:lvl9pPr>
          </a:lstStyle>
          <a:p/>
        </p:txBody>
      </p:sp>
      <p:sp>
        <p:nvSpPr>
          <p:cNvPr id="38" name="Google Shape;38;g390d23ce4df_0_33"/>
          <p:cNvSpPr txBox="1"/>
          <p:nvPr>
            <p:ph idx="12" type="sldNum"/>
          </p:nvPr>
        </p:nvSpPr>
        <p:spPr>
          <a:xfrm>
            <a:off x="115766" y="1007855"/>
            <a:ext cx="301800" cy="307200"/>
          </a:xfrm>
          <a:prstGeom prst="rect">
            <a:avLst/>
          </a:prstGeom>
          <a:noFill/>
          <a:ln>
            <a:noFill/>
          </a:ln>
        </p:spPr>
        <p:txBody>
          <a:bodyPr anchorCtr="0" anchor="ctr" bIns="45675" lIns="45675" spcFirstLastPara="1" rIns="45675" wrap="square" tIns="45675">
            <a:normAutofit/>
          </a:bodyPr>
          <a:lstStyle>
            <a:lvl1pPr indent="0" lvl="0"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39" name="Google Shape;39;g390d23ce4df_0_33"/>
          <p:cNvSpPr txBox="1"/>
          <p:nvPr>
            <p:ph idx="2" type="body"/>
          </p:nvPr>
        </p:nvSpPr>
        <p:spPr>
          <a:xfrm>
            <a:off x="4738250" y="1315050"/>
            <a:ext cx="3721800" cy="3228300"/>
          </a:xfrm>
          <a:prstGeom prst="rect">
            <a:avLst/>
          </a:prstGeom>
          <a:noFill/>
          <a:ln>
            <a:noFill/>
          </a:ln>
        </p:spPr>
        <p:txBody>
          <a:bodyPr anchorCtr="0" anchor="t" bIns="45675" lIns="45675" spcFirstLastPara="1" rIns="45675" wrap="square" tIns="45675">
            <a:normAutofit/>
          </a:bodyPr>
          <a:lstStyle>
            <a:lvl1pPr indent="-381000" lvl="0" marL="457200" algn="l">
              <a:lnSpc>
                <a:spcPct val="100000"/>
              </a:lnSpc>
              <a:spcBef>
                <a:spcPts val="700"/>
              </a:spcBef>
              <a:spcAft>
                <a:spcPts val="0"/>
              </a:spcAft>
              <a:buSzPts val="2400"/>
              <a:buChar char="◻"/>
              <a:defRPr/>
            </a:lvl1pPr>
            <a:lvl2pPr indent="-381000" lvl="1" marL="914400" algn="l">
              <a:lnSpc>
                <a:spcPct val="100000"/>
              </a:lnSpc>
              <a:spcBef>
                <a:spcPts val="700"/>
              </a:spcBef>
              <a:spcAft>
                <a:spcPts val="0"/>
              </a:spcAft>
              <a:buSzPts val="2400"/>
              <a:buChar char="?"/>
              <a:defRPr/>
            </a:lvl2pPr>
            <a:lvl3pPr indent="-381000" lvl="2" marL="1371600" algn="l">
              <a:lnSpc>
                <a:spcPct val="100000"/>
              </a:lnSpc>
              <a:spcBef>
                <a:spcPts val="700"/>
              </a:spcBef>
              <a:spcAft>
                <a:spcPts val="0"/>
              </a:spcAft>
              <a:buSzPts val="2400"/>
              <a:buChar char="■"/>
              <a:defRPr/>
            </a:lvl3pPr>
            <a:lvl4pPr indent="-381000" lvl="3" marL="1828800" algn="l">
              <a:lnSpc>
                <a:spcPct val="100000"/>
              </a:lnSpc>
              <a:spcBef>
                <a:spcPts val="700"/>
              </a:spcBef>
              <a:spcAft>
                <a:spcPts val="0"/>
              </a:spcAft>
              <a:buSzPts val="2400"/>
              <a:buChar char="■"/>
              <a:defRPr/>
            </a:lvl4pPr>
            <a:lvl5pPr indent="-381000" lvl="4" marL="2286000" algn="l">
              <a:lnSpc>
                <a:spcPct val="100000"/>
              </a:lnSpc>
              <a:spcBef>
                <a:spcPts val="700"/>
              </a:spcBef>
              <a:spcAft>
                <a:spcPts val="0"/>
              </a:spcAft>
              <a:buSzPts val="2400"/>
              <a:buChar char="■"/>
              <a:defRPr/>
            </a:lvl5pPr>
            <a:lvl6pPr indent="-381000" lvl="5" marL="2743200" algn="l">
              <a:lnSpc>
                <a:spcPct val="100000"/>
              </a:lnSpc>
              <a:spcBef>
                <a:spcPts val="700"/>
              </a:spcBef>
              <a:spcAft>
                <a:spcPts val="0"/>
              </a:spcAft>
              <a:buSzPts val="2400"/>
              <a:buChar char="▪"/>
              <a:defRPr/>
            </a:lvl6pPr>
            <a:lvl7pPr indent="-381000" lvl="6" marL="3200400" algn="l">
              <a:lnSpc>
                <a:spcPct val="100000"/>
              </a:lnSpc>
              <a:spcBef>
                <a:spcPts val="700"/>
              </a:spcBef>
              <a:spcAft>
                <a:spcPts val="0"/>
              </a:spcAft>
              <a:buSzPts val="2400"/>
              <a:buChar char="▪"/>
              <a:defRPr/>
            </a:lvl7pPr>
            <a:lvl8pPr indent="-381000" lvl="7" marL="3657600" algn="l">
              <a:lnSpc>
                <a:spcPct val="100000"/>
              </a:lnSpc>
              <a:spcBef>
                <a:spcPts val="700"/>
              </a:spcBef>
              <a:spcAft>
                <a:spcPts val="0"/>
              </a:spcAft>
              <a:buSzPts val="2400"/>
              <a:buChar char="▪"/>
              <a:defRPr/>
            </a:lvl8pPr>
            <a:lvl9pPr indent="-381000" lvl="8" marL="4114800" algn="l">
              <a:lnSpc>
                <a:spcPct val="100000"/>
              </a:lnSpc>
              <a:spcBef>
                <a:spcPts val="700"/>
              </a:spcBef>
              <a:spcAft>
                <a:spcPts val="0"/>
              </a:spcAft>
              <a:buSzPts val="2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4"/>
          <p:cNvSpPr/>
          <p:nvPr/>
        </p:nvSpPr>
        <p:spPr>
          <a:xfrm>
            <a:off x="0" y="1029229"/>
            <a:ext cx="9144000" cy="266101"/>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4"/>
          <p:cNvSpPr/>
          <p:nvPr/>
        </p:nvSpPr>
        <p:spPr>
          <a:xfrm>
            <a:off x="0" y="1066270"/>
            <a:ext cx="533400" cy="190801"/>
          </a:xfrm>
          <a:prstGeom prst="rect">
            <a:avLst/>
          </a:prstGeom>
          <a:solidFill>
            <a:schemeClr val="accen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 name="Google Shape;8;p4"/>
          <p:cNvSpPr/>
          <p:nvPr/>
        </p:nvSpPr>
        <p:spPr>
          <a:xfrm>
            <a:off x="590549" y="1066270"/>
            <a:ext cx="8553602" cy="190801"/>
          </a:xfrm>
          <a:prstGeom prst="rect">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Google Shape;13;p1" id="9" name="Google Shape;9;p4"/>
          <p:cNvPicPr preferRelativeResize="0"/>
          <p:nvPr/>
        </p:nvPicPr>
        <p:blipFill rotWithShape="1">
          <a:blip r:embed="rId1">
            <a:alphaModFix/>
          </a:blip>
          <a:srcRect b="0" l="0" r="0" t="0"/>
          <a:stretch/>
        </p:blipFill>
        <p:spPr>
          <a:xfrm>
            <a:off x="7207250" y="4572000"/>
            <a:ext cx="1452564" cy="1087041"/>
          </a:xfrm>
          <a:prstGeom prst="rect">
            <a:avLst/>
          </a:prstGeom>
          <a:noFill/>
          <a:ln>
            <a:noFill/>
          </a:ln>
        </p:spPr>
      </p:pic>
      <p:sp>
        <p:nvSpPr>
          <p:cNvPr id="10" name="Google Shape;10;p4"/>
          <p:cNvSpPr txBox="1"/>
          <p:nvPr>
            <p:ph type="title"/>
          </p:nvPr>
        </p:nvSpPr>
        <p:spPr>
          <a:xfrm>
            <a:off x="115775" y="190500"/>
            <a:ext cx="8934600" cy="825600"/>
          </a:xfrm>
          <a:prstGeom prst="rect">
            <a:avLst/>
          </a:prstGeom>
          <a:noFill/>
          <a:ln>
            <a:noFill/>
          </a:ln>
        </p:spPr>
        <p:txBody>
          <a:bodyPr anchorCtr="0" anchor="ctr" bIns="45675" lIns="45675" spcFirstLastPara="1" rIns="45675" wrap="square" tIns="45675">
            <a:normAutofit/>
          </a:bodyPr>
          <a:lstStyle>
            <a:lvl1pPr lvl="0"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775F55"/>
              </a:buClr>
              <a:buSzPts val="2800"/>
              <a:buFont typeface="Twentieth Century"/>
              <a:buNone/>
              <a:defRPr b="0" i="0" sz="2800" u="none" cap="none" strike="noStrike">
                <a:solidFill>
                  <a:srgbClr val="775F55"/>
                </a:solidFill>
                <a:latin typeface="Twentieth Century"/>
                <a:ea typeface="Twentieth Century"/>
                <a:cs typeface="Twentieth Century"/>
                <a:sym typeface="Twentieth Century"/>
              </a:defRPr>
            </a:lvl9pPr>
          </a:lstStyle>
          <a:p/>
        </p:txBody>
      </p:sp>
      <p:sp>
        <p:nvSpPr>
          <p:cNvPr id="11" name="Google Shape;11;p4"/>
          <p:cNvSpPr txBox="1"/>
          <p:nvPr>
            <p:ph idx="1" type="body"/>
          </p:nvPr>
        </p:nvSpPr>
        <p:spPr>
          <a:xfrm>
            <a:off x="612648" y="1333500"/>
            <a:ext cx="8153400" cy="3746700"/>
          </a:xfrm>
          <a:prstGeom prst="rect">
            <a:avLst/>
          </a:prstGeom>
          <a:noFill/>
          <a:ln>
            <a:noFill/>
          </a:ln>
        </p:spPr>
        <p:txBody>
          <a:bodyPr anchorCtr="0" anchor="t" bIns="45675" lIns="45675" spcFirstLastPara="1" rIns="45675" wrap="square" tIns="45675">
            <a:normAutofit/>
          </a:bodyPr>
          <a:lstStyle>
            <a:lvl1pPr indent="-381000" lvl="0" marL="4572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1pPr>
            <a:lvl2pPr indent="-381000" lvl="1" marL="9144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2pPr>
            <a:lvl3pPr indent="-381000" lvl="2" marL="13716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3pPr>
            <a:lvl4pPr indent="-381000" lvl="3" marL="18288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4pPr>
            <a:lvl5pPr indent="-381000" lvl="4" marL="22860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5pPr>
            <a:lvl6pPr indent="-381000" lvl="5" marL="27432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6pPr>
            <a:lvl7pPr indent="-381000" lvl="6" marL="32004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7pPr>
            <a:lvl8pPr indent="-381000" lvl="7" marL="36576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8pPr>
            <a:lvl9pPr indent="-381000" lvl="8" marL="4114800" marR="0" rtl="0" algn="l">
              <a:lnSpc>
                <a:spcPct val="100000"/>
              </a:lnSpc>
              <a:spcBef>
                <a:spcPts val="700"/>
              </a:spcBef>
              <a:spcAft>
                <a:spcPts val="0"/>
              </a:spcAft>
              <a:buClr>
                <a:schemeClr val="accent2"/>
              </a:buClr>
              <a:buSzPts val="2400"/>
              <a:buFont typeface="Helvetica Neue"/>
              <a:buChar char="▪"/>
              <a:defRPr b="0" i="0" sz="2400" u="none" cap="none" strike="noStrike">
                <a:solidFill>
                  <a:srgbClr val="000000"/>
                </a:solidFill>
                <a:latin typeface="Twentieth Century"/>
                <a:ea typeface="Twentieth Century"/>
                <a:cs typeface="Twentieth Century"/>
                <a:sym typeface="Twentieth Century"/>
              </a:defRPr>
            </a:lvl9pPr>
          </a:lstStyle>
          <a:p/>
        </p:txBody>
      </p:sp>
      <p:sp>
        <p:nvSpPr>
          <p:cNvPr id="12" name="Google Shape;12;p4"/>
          <p:cNvSpPr txBox="1"/>
          <p:nvPr>
            <p:ph idx="12" type="sldNum"/>
          </p:nvPr>
        </p:nvSpPr>
        <p:spPr>
          <a:xfrm>
            <a:off x="115766" y="1007855"/>
            <a:ext cx="301868" cy="307301"/>
          </a:xfrm>
          <a:prstGeom prst="rect">
            <a:avLst/>
          </a:prstGeom>
          <a:noFill/>
          <a:ln>
            <a:noFill/>
          </a:ln>
        </p:spPr>
        <p:txBody>
          <a:bodyPr anchorCtr="0" anchor="ctr" bIns="45675" lIns="45675" spcFirstLastPara="1" rIns="45675" wrap="square" tIns="45675">
            <a:normAutofit/>
          </a:bodyPr>
          <a:lstStyle>
            <a:lvl1pPr indent="0" lvl="0"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rtl="0" algn="ctr">
              <a:lnSpc>
                <a:spcPct val="8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13" name="Google Shape;13;p4"/>
          <p:cNvSpPr txBox="1"/>
          <p:nvPr/>
        </p:nvSpPr>
        <p:spPr>
          <a:xfrm>
            <a:off x="878425" y="5258850"/>
            <a:ext cx="6288600" cy="400200"/>
          </a:xfrm>
          <a:prstGeom prst="rect">
            <a:avLst/>
          </a:prstGeom>
          <a:noFill/>
          <a:ln>
            <a:noFill/>
          </a:ln>
        </p:spPr>
        <p:txBody>
          <a:bodyPr anchorCtr="0" anchor="ctr" bIns="91400" lIns="91400" spcFirstLastPara="1" rIns="91400" wrap="square" tIns="91400">
            <a:noAutofit/>
          </a:bodyPr>
          <a:lstStyle/>
          <a:p>
            <a:pPr indent="0" lvl="0" marL="0" marR="0" rtl="0" algn="ctr">
              <a:lnSpc>
                <a:spcPct val="100000"/>
              </a:lnSpc>
              <a:spcBef>
                <a:spcPts val="0"/>
              </a:spcBef>
              <a:spcAft>
                <a:spcPts val="0"/>
              </a:spcAft>
              <a:buClr>
                <a:srgbClr val="775F55"/>
              </a:buClr>
              <a:buSzPts val="1400"/>
              <a:buFont typeface="Twentieth Century"/>
              <a:buNone/>
            </a:pPr>
            <a:r>
              <a:rPr b="0" i="0" lang="en-US" sz="1400" u="none" cap="none" strike="noStrike">
                <a:solidFill>
                  <a:srgbClr val="775F55"/>
                </a:solidFill>
                <a:latin typeface="Twentieth Century"/>
                <a:ea typeface="Twentieth Century"/>
                <a:cs typeface="Twentieth Century"/>
                <a:sym typeface="Twentieth Century"/>
              </a:rPr>
              <a:t>© 2025, Wharfside Manor Condo Association Confidential Information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1201550" y="1613250"/>
            <a:ext cx="6477000" cy="1524000"/>
          </a:xfrm>
          <a:prstGeom prst="rect">
            <a:avLst/>
          </a:prstGeom>
          <a:noFill/>
          <a:ln>
            <a:noFill/>
          </a:ln>
        </p:spPr>
        <p:txBody>
          <a:bodyPr anchorCtr="0" anchor="b" bIns="45675" lIns="45675" spcFirstLastPara="1" rIns="45675" wrap="square" tIns="45675">
            <a:normAutofit/>
          </a:bodyPr>
          <a:lstStyle/>
          <a:p>
            <a:pPr indent="0" lvl="0" marL="0" rtl="0" algn="ctr">
              <a:lnSpc>
                <a:spcPct val="100000"/>
              </a:lnSpc>
              <a:spcBef>
                <a:spcPts val="0"/>
              </a:spcBef>
              <a:spcAft>
                <a:spcPts val="0"/>
              </a:spcAft>
              <a:buSzPts val="4400"/>
              <a:buNone/>
            </a:pPr>
            <a:r>
              <a:rPr lang="en-US"/>
              <a:t>Presentation Title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2"/>
          <p:cNvSpPr txBox="1"/>
          <p:nvPr/>
        </p:nvSpPr>
        <p:spPr>
          <a:xfrm>
            <a:off x="955424" y="1279824"/>
            <a:ext cx="7313402" cy="3256251"/>
          </a:xfrm>
          <a:prstGeom prst="rect">
            <a:avLst/>
          </a:prstGeom>
          <a:noFill/>
          <a:ln>
            <a:noFill/>
          </a:ln>
        </p:spPr>
        <p:txBody>
          <a:bodyPr anchorCtr="0" anchor="t" bIns="91400" lIns="91400" spcFirstLastPara="1" rIns="91400" wrap="square" tIns="91400">
            <a:spAutoFit/>
          </a:bodyPr>
          <a:lstStyle/>
          <a:p>
            <a:pPr indent="0" lvl="0" marL="0" marR="0" rtl="0" algn="l">
              <a:lnSpc>
                <a:spcPct val="115000"/>
              </a:lnSpc>
              <a:spcBef>
                <a:spcPts val="0"/>
              </a:spcBef>
              <a:spcAft>
                <a:spcPts val="0"/>
              </a:spcAft>
              <a:buClr>
                <a:srgbClr val="0D0D0D"/>
              </a:buClr>
              <a:buSzPts val="1700"/>
              <a:buFont typeface="Roboto"/>
              <a:buNone/>
            </a:pPr>
            <a:r>
              <a:rPr b="0" i="0" lang="en-US" sz="1700" u="none" cap="none" strike="noStrike">
                <a:solidFill>
                  <a:srgbClr val="0D0D0D"/>
                </a:solidFill>
                <a:latin typeface="Roboto"/>
                <a:ea typeface="Roboto"/>
                <a:cs typeface="Roboto"/>
                <a:sym typeface="Roboto"/>
              </a:rPr>
              <a:t>This presentation contains confidential information intended solely for the members of the Board of Trustees of Wharfside Manor Condo Association and the community members. All information provided herein, including but not limited to financial data, strategic planning details, and personal or community-related matters, is strictly confidential and may not be disclosed, shared, or reproduced without the express written consent of the Board of Trustees.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500"/>
              </a:spcBef>
              <a:spcAft>
                <a:spcPts val="0"/>
              </a:spcAft>
              <a:buClr>
                <a:srgbClr val="0D0D0D"/>
              </a:buClr>
              <a:buSzPts val="1700"/>
              <a:buFont typeface="Roboto"/>
              <a:buNone/>
            </a:pPr>
            <a:r>
              <a:rPr b="0" i="0" lang="en-US" sz="1700" u="none" cap="none" strike="noStrike">
                <a:solidFill>
                  <a:srgbClr val="0D0D0D"/>
                </a:solidFill>
                <a:latin typeface="Roboto"/>
                <a:ea typeface="Roboto"/>
                <a:cs typeface="Roboto"/>
                <a:sym typeface="Roboto"/>
              </a:rPr>
              <a:t>Unauthorized use or distribution of this information is strictly prohibited. By attending this presentation, you acknowledge the confidential nature of the information shared and agree to maintain its confidentiality.</a:t>
            </a:r>
            <a:endParaRPr b="0" i="0" sz="1400" u="none" cap="none" strike="noStrike">
              <a:solidFill>
                <a:srgbClr val="000000"/>
              </a:solidFill>
              <a:latin typeface="Arial"/>
              <a:ea typeface="Arial"/>
              <a:cs typeface="Arial"/>
              <a:sym typeface="Arial"/>
            </a:endParaRPr>
          </a:p>
        </p:txBody>
      </p:sp>
      <p:sp>
        <p:nvSpPr>
          <p:cNvPr id="50" name="Google Shape;50;p2"/>
          <p:cNvSpPr txBox="1"/>
          <p:nvPr>
            <p:ph type="title"/>
          </p:nvPr>
        </p:nvSpPr>
        <p:spPr>
          <a:xfrm>
            <a:off x="115775" y="190500"/>
            <a:ext cx="8934600" cy="825600"/>
          </a:xfrm>
          <a:prstGeom prst="rect">
            <a:avLst/>
          </a:prstGeom>
          <a:noFill/>
          <a:ln>
            <a:noFill/>
          </a:ln>
        </p:spPr>
        <p:txBody>
          <a:bodyPr anchorCtr="0" anchor="ctr" bIns="45675" lIns="45675" spcFirstLastPara="1" rIns="45675" wrap="square" tIns="45675">
            <a:normAutofit/>
          </a:bodyPr>
          <a:lstStyle/>
          <a:p>
            <a:pPr indent="0" lvl="0" marL="0" rtl="0" algn="l">
              <a:lnSpc>
                <a:spcPct val="100000"/>
              </a:lnSpc>
              <a:spcBef>
                <a:spcPts val="0"/>
              </a:spcBef>
              <a:spcAft>
                <a:spcPts val="0"/>
              </a:spcAft>
              <a:buClr>
                <a:srgbClr val="775F55"/>
              </a:buClr>
              <a:buSzPts val="2800"/>
              <a:buFont typeface="Twentieth Century"/>
              <a:buNone/>
            </a:pPr>
            <a:r>
              <a:rPr b="0" i="0" lang="en-US" sz="2800" u="none" cap="none" strike="noStrike">
                <a:solidFill>
                  <a:srgbClr val="775F55"/>
                </a:solidFill>
                <a:latin typeface="Twentieth Century"/>
                <a:ea typeface="Twentieth Century"/>
                <a:cs typeface="Twentieth Century"/>
                <a:sym typeface="Twentieth Century"/>
              </a:rPr>
              <a:t>Confidentiality Disclaimer Statement</a:t>
            </a:r>
            <a:endParaRPr/>
          </a:p>
        </p:txBody>
      </p:sp>
      <p:sp>
        <p:nvSpPr>
          <p:cNvPr id="51" name="Google Shape;51;p2"/>
          <p:cNvSpPr txBox="1"/>
          <p:nvPr>
            <p:ph idx="12" type="sldNum"/>
          </p:nvPr>
        </p:nvSpPr>
        <p:spPr>
          <a:xfrm>
            <a:off x="115766" y="1007855"/>
            <a:ext cx="301800" cy="307200"/>
          </a:xfrm>
          <a:prstGeom prst="rect">
            <a:avLst/>
          </a:prstGeom>
          <a:noFill/>
          <a:ln>
            <a:noFill/>
          </a:ln>
        </p:spPr>
        <p:txBody>
          <a:bodyPr anchorCtr="0" anchor="ctr" bIns="45675" lIns="45675" spcFirstLastPara="1" rIns="45675" wrap="square" tIns="45675">
            <a:normAutofit/>
          </a:bodyPr>
          <a:lstStyle/>
          <a:p>
            <a:pPr indent="0" lvl="0" marL="0" rtl="0" algn="ctr">
              <a:lnSpc>
                <a:spcPct val="80000"/>
              </a:lnSpc>
              <a:spcBef>
                <a:spcPts val="0"/>
              </a:spcBef>
              <a:spcAft>
                <a:spcPts val="0"/>
              </a:spcAft>
              <a:buClr>
                <a:srgbClr val="FFFFFF"/>
              </a:buClr>
              <a:buSzPts val="1400"/>
              <a:buFont typeface="Twentieth Century"/>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ph type="title"/>
          </p:nvPr>
        </p:nvSpPr>
        <p:spPr>
          <a:xfrm>
            <a:off x="115775" y="190500"/>
            <a:ext cx="8934600" cy="825600"/>
          </a:xfrm>
          <a:prstGeom prst="rect">
            <a:avLst/>
          </a:prstGeom>
          <a:noFill/>
          <a:ln>
            <a:noFill/>
          </a:ln>
        </p:spPr>
        <p:txBody>
          <a:bodyPr anchorCtr="0" anchor="ctr" bIns="45675" lIns="45675" spcFirstLastPara="1" rIns="45675" wrap="square" tIns="45675">
            <a:normAutofit/>
          </a:bodyPr>
          <a:lstStyle/>
          <a:p>
            <a:pPr indent="0" lvl="0" marL="0" rtl="0" algn="l">
              <a:lnSpc>
                <a:spcPct val="100000"/>
              </a:lnSpc>
              <a:spcBef>
                <a:spcPts val="0"/>
              </a:spcBef>
              <a:spcAft>
                <a:spcPts val="0"/>
              </a:spcAft>
              <a:buClr>
                <a:srgbClr val="775F55"/>
              </a:buClr>
              <a:buSzPts val="2800"/>
              <a:buFont typeface="Twentieth Century"/>
              <a:buNone/>
            </a:pPr>
            <a:r>
              <a:rPr b="0" i="0" lang="en-US" sz="2800" u="none" cap="none" strike="noStrike">
                <a:solidFill>
                  <a:srgbClr val="775F55"/>
                </a:solidFill>
                <a:latin typeface="Twentieth Century"/>
                <a:ea typeface="Twentieth Century"/>
                <a:cs typeface="Twentieth Century"/>
                <a:sym typeface="Twentieth Century"/>
              </a:rPr>
              <a:t>Wharfside Manor's Big Fix</a:t>
            </a:r>
            <a:endParaRPr/>
          </a:p>
        </p:txBody>
      </p:sp>
      <p:sp>
        <p:nvSpPr>
          <p:cNvPr id="57" name="Google Shape;57;p3"/>
          <p:cNvSpPr txBox="1"/>
          <p:nvPr>
            <p:ph idx="1" type="body"/>
          </p:nvPr>
        </p:nvSpPr>
        <p:spPr>
          <a:xfrm>
            <a:off x="612648" y="1264100"/>
            <a:ext cx="8153400" cy="3746700"/>
          </a:xfrm>
          <a:prstGeom prst="rect">
            <a:avLst/>
          </a:prstGeom>
          <a:noFill/>
          <a:ln>
            <a:noFill/>
          </a:ln>
        </p:spPr>
        <p:txBody>
          <a:bodyPr anchorCtr="0" anchor="t" bIns="45675" lIns="45675" spcFirstLastPara="1" rIns="45675" wrap="square" tIns="45675">
            <a:normAutofit/>
          </a:bodyPr>
          <a:lstStyle/>
          <a:p>
            <a:pPr indent="-320040" lvl="0" marL="457200" rtl="0" algn="l">
              <a:lnSpc>
                <a:spcPct val="100000"/>
              </a:lnSpc>
              <a:spcBef>
                <a:spcPts val="0"/>
              </a:spcBef>
              <a:spcAft>
                <a:spcPts val="0"/>
              </a:spcAft>
              <a:buSzPts val="2400"/>
              <a:buChar char="◻"/>
            </a:pPr>
            <a:r>
              <a:rPr b="0" i="0" lang="en-US" sz="2400" u="none" cap="none" strike="noStrike">
                <a:solidFill>
                  <a:srgbClr val="000000"/>
                </a:solidFill>
                <a:latin typeface="Twentieth Century"/>
                <a:ea typeface="Twentieth Century"/>
                <a:cs typeface="Twentieth Century"/>
                <a:sym typeface="Twentieth Century"/>
              </a:rPr>
              <a:t>A Crucial Investment in Our Foundation and Our Future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90d23ce4df_0_40"/>
          <p:cNvSpPr txBox="1"/>
          <p:nvPr>
            <p:ph type="title"/>
          </p:nvPr>
        </p:nvSpPr>
        <p:spPr>
          <a:xfrm>
            <a:off x="115775" y="190500"/>
            <a:ext cx="8934600" cy="825600"/>
          </a:xfrm>
          <a:prstGeom prst="rect">
            <a:avLst/>
          </a:prstGeom>
        </p:spPr>
        <p:txBody>
          <a:bodyPr anchorCtr="0" anchor="ctr" bIns="45675" lIns="45675" spcFirstLastPara="1" rIns="45675" wrap="square" tIns="45675">
            <a:normAutofit/>
          </a:bodyPr>
          <a:lstStyle/>
          <a:p>
            <a:pPr indent="0" lvl="0" marL="0" rtl="0" algn="l">
              <a:spcBef>
                <a:spcPts val="0"/>
              </a:spcBef>
              <a:spcAft>
                <a:spcPts val="0"/>
              </a:spcAft>
              <a:buNone/>
            </a:pPr>
            <a:r>
              <a:t/>
            </a:r>
            <a:endParaRPr/>
          </a:p>
        </p:txBody>
      </p:sp>
      <p:sp>
        <p:nvSpPr>
          <p:cNvPr id="63" name="Google Shape;63;g390d23ce4df_0_40"/>
          <p:cNvSpPr txBox="1"/>
          <p:nvPr>
            <p:ph idx="1" type="body"/>
          </p:nvPr>
        </p:nvSpPr>
        <p:spPr>
          <a:xfrm>
            <a:off x="612650" y="1264100"/>
            <a:ext cx="3721800" cy="3746700"/>
          </a:xfrm>
          <a:prstGeom prst="rect">
            <a:avLst/>
          </a:prstGeom>
        </p:spPr>
        <p:txBody>
          <a:bodyPr anchorCtr="0" anchor="t" bIns="45675" lIns="45675" spcFirstLastPara="1" rIns="45675" wrap="square" tIns="45675">
            <a:normAutofit/>
          </a:bodyPr>
          <a:lstStyle/>
          <a:p>
            <a:pPr indent="0" lvl="0" marL="0" rtl="0" algn="l">
              <a:spcBef>
                <a:spcPts val="700"/>
              </a:spcBef>
              <a:spcAft>
                <a:spcPts val="0"/>
              </a:spcAft>
              <a:buNone/>
            </a:pPr>
            <a:r>
              <a:t/>
            </a:r>
            <a:endParaRPr/>
          </a:p>
        </p:txBody>
      </p:sp>
      <p:sp>
        <p:nvSpPr>
          <p:cNvPr id="64" name="Google Shape;64;g390d23ce4df_0_40"/>
          <p:cNvSpPr txBox="1"/>
          <p:nvPr>
            <p:ph idx="2" type="body"/>
          </p:nvPr>
        </p:nvSpPr>
        <p:spPr>
          <a:xfrm>
            <a:off x="4738250" y="1315050"/>
            <a:ext cx="3721800" cy="3228300"/>
          </a:xfrm>
          <a:prstGeom prst="rect">
            <a:avLst/>
          </a:prstGeom>
        </p:spPr>
        <p:txBody>
          <a:bodyPr anchorCtr="0" anchor="t" bIns="45675" lIns="45675" spcFirstLastPara="1" rIns="45675" wrap="square" tIns="45675">
            <a:normAutofit/>
          </a:bodyPr>
          <a:lstStyle/>
          <a:p>
            <a:pPr indent="0" lvl="0" marL="0" rtl="0" algn="l">
              <a:spcBef>
                <a:spcPts val="7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Wharfside">
  <a:themeElements>
    <a:clrScheme name="2_Wharfside">
      <a:dk1>
        <a:srgbClr val="000000"/>
      </a:dk1>
      <a:lt1>
        <a:srgbClr val="FFFFFF"/>
      </a:lt1>
      <a:dk2>
        <a:srgbClr val="A7A7A7"/>
      </a:dk2>
      <a:lt2>
        <a:srgbClr val="535353"/>
      </a:lt2>
      <a:accent1>
        <a:srgbClr val="94B6D2"/>
      </a:accent1>
      <a:accent2>
        <a:srgbClr val="DD8047"/>
      </a:accent2>
      <a:accent3>
        <a:srgbClr val="A5AB81"/>
      </a:accent3>
      <a:accent4>
        <a:srgbClr val="D8B25C"/>
      </a:accent4>
      <a:accent5>
        <a:srgbClr val="7BA79D"/>
      </a:accent5>
      <a:accent6>
        <a:srgbClr val="968C8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Wharfside">
  <a:themeElements>
    <a:clrScheme name="2_Wharfside">
      <a:dk1>
        <a:srgbClr val="000000"/>
      </a:dk1>
      <a:lt1>
        <a:srgbClr val="FFFFFF"/>
      </a:lt1>
      <a:dk2>
        <a:srgbClr val="A7A7A7"/>
      </a:dk2>
      <a:lt2>
        <a:srgbClr val="535353"/>
      </a:lt2>
      <a:accent1>
        <a:srgbClr val="94B6D2"/>
      </a:accent1>
      <a:accent2>
        <a:srgbClr val="DD8047"/>
      </a:accent2>
      <a:accent3>
        <a:srgbClr val="A5AB81"/>
      </a:accent3>
      <a:accent4>
        <a:srgbClr val="D8B25C"/>
      </a:accent4>
      <a:accent5>
        <a:srgbClr val="7BA79D"/>
      </a:accent5>
      <a:accent6>
        <a:srgbClr val="968C8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